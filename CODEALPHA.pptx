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5" saveSubsetFonts="1">
  <p:sldMasterIdLst>
    <p:sldMasterId id="2147483660" r:id="rId1"/>
  </p:sldMasterIdLst>
  <p:sldIdLst>
    <p:sldId id="257" r:id="rId2"/>
    <p:sldId id="258" r:id="rId3"/>
    <p:sldId id="259" r:id="rId4"/>
    <p:sldId id="260" r:id="rId5"/>
    <p:sldId id="261" r:id="rId6"/>
    <p:sldId id="262" r:id="rId7"/>
    <p:sldId id="263" r:id="rId8"/>
    <p:sldId id="264" r:id="rId9"/>
  </p:sldIdLst>
  <p:sldSz cx="14400213" cy="8999538"/>
  <p:notesSz cx="6858000" cy="9144000"/>
  <p:defaultTextStyle>
    <a:defPPr>
      <a:defRPr lang="en-US"/>
    </a:defPPr>
    <a:lvl1pPr marL="0" algn="l" defTabSz="457135" rtl="0" eaLnBrk="1" latinLnBrk="0" hangingPunct="1">
      <a:defRPr sz="1800" kern="1200">
        <a:solidFill>
          <a:schemeClr val="tx1"/>
        </a:solidFill>
        <a:latin typeface="+mn-lt"/>
        <a:ea typeface="+mn-ea"/>
        <a:cs typeface="+mn-cs"/>
      </a:defRPr>
    </a:lvl1pPr>
    <a:lvl2pPr marL="457135" algn="l" defTabSz="457135" rtl="0" eaLnBrk="1" latinLnBrk="0" hangingPunct="1">
      <a:defRPr sz="1800" kern="1200">
        <a:solidFill>
          <a:schemeClr val="tx1"/>
        </a:solidFill>
        <a:latin typeface="+mn-lt"/>
        <a:ea typeface="+mn-ea"/>
        <a:cs typeface="+mn-cs"/>
      </a:defRPr>
    </a:lvl2pPr>
    <a:lvl3pPr marL="914271" algn="l" defTabSz="457135" rtl="0" eaLnBrk="1" latinLnBrk="0" hangingPunct="1">
      <a:defRPr sz="1800" kern="1200">
        <a:solidFill>
          <a:schemeClr val="tx1"/>
        </a:solidFill>
        <a:latin typeface="+mn-lt"/>
        <a:ea typeface="+mn-ea"/>
        <a:cs typeface="+mn-cs"/>
      </a:defRPr>
    </a:lvl3pPr>
    <a:lvl4pPr marL="1371406" algn="l" defTabSz="457135" rtl="0" eaLnBrk="1" latinLnBrk="0" hangingPunct="1">
      <a:defRPr sz="1800" kern="1200">
        <a:solidFill>
          <a:schemeClr val="tx1"/>
        </a:solidFill>
        <a:latin typeface="+mn-lt"/>
        <a:ea typeface="+mn-ea"/>
        <a:cs typeface="+mn-cs"/>
      </a:defRPr>
    </a:lvl4pPr>
    <a:lvl5pPr marL="1828541" algn="l" defTabSz="457135" rtl="0" eaLnBrk="1" latinLnBrk="0" hangingPunct="1">
      <a:defRPr sz="1800" kern="1200">
        <a:solidFill>
          <a:schemeClr val="tx1"/>
        </a:solidFill>
        <a:latin typeface="+mn-lt"/>
        <a:ea typeface="+mn-ea"/>
        <a:cs typeface="+mn-cs"/>
      </a:defRPr>
    </a:lvl5pPr>
    <a:lvl6pPr marL="2285676" algn="l" defTabSz="457135" rtl="0" eaLnBrk="1" latinLnBrk="0" hangingPunct="1">
      <a:defRPr sz="1800" kern="1200">
        <a:solidFill>
          <a:schemeClr val="tx1"/>
        </a:solidFill>
        <a:latin typeface="+mn-lt"/>
        <a:ea typeface="+mn-ea"/>
        <a:cs typeface="+mn-cs"/>
      </a:defRPr>
    </a:lvl6pPr>
    <a:lvl7pPr marL="2742812" algn="l" defTabSz="457135" rtl="0" eaLnBrk="1" latinLnBrk="0" hangingPunct="1">
      <a:defRPr sz="1800" kern="1200">
        <a:solidFill>
          <a:schemeClr val="tx1"/>
        </a:solidFill>
        <a:latin typeface="+mn-lt"/>
        <a:ea typeface="+mn-ea"/>
        <a:cs typeface="+mn-cs"/>
      </a:defRPr>
    </a:lvl7pPr>
    <a:lvl8pPr marL="3199947" algn="l" defTabSz="457135" rtl="0" eaLnBrk="1" latinLnBrk="0" hangingPunct="1">
      <a:defRPr sz="1800" kern="1200">
        <a:solidFill>
          <a:schemeClr val="tx1"/>
        </a:solidFill>
        <a:latin typeface="+mn-lt"/>
        <a:ea typeface="+mn-ea"/>
        <a:cs typeface="+mn-cs"/>
      </a:defRPr>
    </a:lvl8pPr>
    <a:lvl9pPr marL="3657082" algn="l" defTabSz="457135"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35" userDrawn="1">
          <p15:clr>
            <a:srgbClr val="A4A3A4"/>
          </p15:clr>
        </p15:guide>
        <p15:guide id="2" pos="453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41" autoAdjust="0"/>
  </p:normalViewPr>
  <p:slideViewPr>
    <p:cSldViewPr snapToGrid="0" showGuides="1">
      <p:cViewPr varScale="1">
        <p:scale>
          <a:sx n="60" d="100"/>
          <a:sy n="60" d="100"/>
        </p:scale>
        <p:origin x="1133" y="38"/>
      </p:cViewPr>
      <p:guideLst>
        <p:guide orient="horz" pos="2835"/>
        <p:guide pos="4536"/>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00027" y="1472842"/>
            <a:ext cx="10800160" cy="3133172"/>
          </a:xfrm>
        </p:spPr>
        <p:txBody>
          <a:bodyPr anchor="b"/>
          <a:lstStyle>
            <a:lvl1pPr algn="ctr">
              <a:defRPr sz="7088"/>
            </a:lvl1pPr>
          </a:lstStyle>
          <a:p>
            <a:r>
              <a:rPr lang="en-US"/>
              <a:t>Click to edit Master title style</a:t>
            </a:r>
            <a:endParaRPr lang="en-US" dirty="0"/>
          </a:p>
        </p:txBody>
      </p:sp>
      <p:sp>
        <p:nvSpPr>
          <p:cNvPr id="3" name="Subtitle 2"/>
          <p:cNvSpPr>
            <a:spLocks noGrp="1"/>
          </p:cNvSpPr>
          <p:nvPr>
            <p:ph type="subTitle" idx="1"/>
          </p:nvPr>
        </p:nvSpPr>
        <p:spPr>
          <a:xfrm>
            <a:off x="1800027" y="4726842"/>
            <a:ext cx="10800160" cy="2172804"/>
          </a:xfrm>
        </p:spPr>
        <p:txBody>
          <a:bodyPr/>
          <a:lstStyle>
            <a:lvl1pPr marL="0" indent="0" algn="ctr">
              <a:buNone/>
              <a:defRPr sz="2835"/>
            </a:lvl1pPr>
            <a:lvl2pPr marL="540050" indent="0" algn="ctr">
              <a:buNone/>
              <a:defRPr sz="2362"/>
            </a:lvl2pPr>
            <a:lvl3pPr marL="1080101" indent="0" algn="ctr">
              <a:buNone/>
              <a:defRPr sz="2126"/>
            </a:lvl3pPr>
            <a:lvl4pPr marL="1620151" indent="0" algn="ctr">
              <a:buNone/>
              <a:defRPr sz="1890"/>
            </a:lvl4pPr>
            <a:lvl5pPr marL="2160201" indent="0" algn="ctr">
              <a:buNone/>
              <a:defRPr sz="1890"/>
            </a:lvl5pPr>
            <a:lvl6pPr marL="2700251" indent="0" algn="ctr">
              <a:buNone/>
              <a:defRPr sz="1890"/>
            </a:lvl6pPr>
            <a:lvl7pPr marL="3240302" indent="0" algn="ctr">
              <a:buNone/>
              <a:defRPr sz="1890"/>
            </a:lvl7pPr>
            <a:lvl8pPr marL="3780351" indent="0" algn="ctr">
              <a:buNone/>
              <a:defRPr sz="1890"/>
            </a:lvl8pPr>
            <a:lvl9pPr marL="4320401" indent="0" algn="ctr">
              <a:buNone/>
              <a:defRPr sz="189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F4A0A39-1CF5-437C-9FD7-4CAE7FA8E5A0}" type="datetimeFigureOut">
              <a:rPr lang="en-IN" smtClean="0"/>
              <a:t>12-06-2026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3C8109-5FDD-411A-8901-FD965813CCA0}" type="slidenum">
              <a:rPr lang="en-IN" smtClean="0"/>
              <a:t>‹#›</a:t>
            </a:fld>
            <a:endParaRPr lang="en-IN"/>
          </a:p>
        </p:txBody>
      </p:sp>
    </p:spTree>
    <p:extLst>
      <p:ext uri="{BB962C8B-B14F-4D97-AF65-F5344CB8AC3E}">
        <p14:creationId xmlns:p14="http://schemas.microsoft.com/office/powerpoint/2010/main" val="33061190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4A0A39-1CF5-437C-9FD7-4CAE7FA8E5A0}" type="datetimeFigureOut">
              <a:rPr lang="en-IN" smtClean="0"/>
              <a:t>12-06-2026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3C8109-5FDD-411A-8901-FD965813CCA0}" type="slidenum">
              <a:rPr lang="en-IN" smtClean="0"/>
              <a:t>‹#›</a:t>
            </a:fld>
            <a:endParaRPr lang="en-IN"/>
          </a:p>
        </p:txBody>
      </p:sp>
    </p:spTree>
    <p:extLst>
      <p:ext uri="{BB962C8B-B14F-4D97-AF65-F5344CB8AC3E}">
        <p14:creationId xmlns:p14="http://schemas.microsoft.com/office/powerpoint/2010/main" val="2189426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82514" y="2243637"/>
            <a:ext cx="12420184" cy="3743557"/>
          </a:xfrm>
        </p:spPr>
        <p:txBody>
          <a:bodyPr anchor="b"/>
          <a:lstStyle>
            <a:lvl1pPr>
              <a:defRPr sz="7088"/>
            </a:lvl1pPr>
          </a:lstStyle>
          <a:p>
            <a:r>
              <a:rPr lang="en-US"/>
              <a:t>Click to edit Master title style</a:t>
            </a:r>
            <a:endParaRPr lang="en-US" dirty="0"/>
          </a:p>
        </p:txBody>
      </p:sp>
      <p:sp>
        <p:nvSpPr>
          <p:cNvPr id="3" name="Text Placeholder 2"/>
          <p:cNvSpPr>
            <a:spLocks noGrp="1"/>
          </p:cNvSpPr>
          <p:nvPr>
            <p:ph type="body" idx="1"/>
          </p:nvPr>
        </p:nvSpPr>
        <p:spPr>
          <a:xfrm>
            <a:off x="982514" y="6022609"/>
            <a:ext cx="12420184" cy="1968648"/>
          </a:xfrm>
        </p:spPr>
        <p:txBody>
          <a:bodyPr/>
          <a:lstStyle>
            <a:lvl1pPr marL="0" indent="0">
              <a:buNone/>
              <a:defRPr sz="2835">
                <a:solidFill>
                  <a:schemeClr val="tx1">
                    <a:tint val="82000"/>
                  </a:schemeClr>
                </a:solidFill>
              </a:defRPr>
            </a:lvl1pPr>
            <a:lvl2pPr marL="540050" indent="0">
              <a:buNone/>
              <a:defRPr sz="2362">
                <a:solidFill>
                  <a:schemeClr val="tx1">
                    <a:tint val="82000"/>
                  </a:schemeClr>
                </a:solidFill>
              </a:defRPr>
            </a:lvl2pPr>
            <a:lvl3pPr marL="1080101" indent="0">
              <a:buNone/>
              <a:defRPr sz="2126">
                <a:solidFill>
                  <a:schemeClr val="tx1">
                    <a:tint val="82000"/>
                  </a:schemeClr>
                </a:solidFill>
              </a:defRPr>
            </a:lvl3pPr>
            <a:lvl4pPr marL="1620151" indent="0">
              <a:buNone/>
              <a:defRPr sz="1890">
                <a:solidFill>
                  <a:schemeClr val="tx1">
                    <a:tint val="82000"/>
                  </a:schemeClr>
                </a:solidFill>
              </a:defRPr>
            </a:lvl4pPr>
            <a:lvl5pPr marL="2160201" indent="0">
              <a:buNone/>
              <a:defRPr sz="1890">
                <a:solidFill>
                  <a:schemeClr val="tx1">
                    <a:tint val="82000"/>
                  </a:schemeClr>
                </a:solidFill>
              </a:defRPr>
            </a:lvl5pPr>
            <a:lvl6pPr marL="2700251" indent="0">
              <a:buNone/>
              <a:defRPr sz="1890">
                <a:solidFill>
                  <a:schemeClr val="tx1">
                    <a:tint val="82000"/>
                  </a:schemeClr>
                </a:solidFill>
              </a:defRPr>
            </a:lvl6pPr>
            <a:lvl7pPr marL="3240302" indent="0">
              <a:buNone/>
              <a:defRPr sz="1890">
                <a:solidFill>
                  <a:schemeClr val="tx1">
                    <a:tint val="82000"/>
                  </a:schemeClr>
                </a:solidFill>
              </a:defRPr>
            </a:lvl7pPr>
            <a:lvl8pPr marL="3780351" indent="0">
              <a:buNone/>
              <a:defRPr sz="1890">
                <a:solidFill>
                  <a:schemeClr val="tx1">
                    <a:tint val="82000"/>
                  </a:schemeClr>
                </a:solidFill>
              </a:defRPr>
            </a:lvl8pPr>
            <a:lvl9pPr marL="4320401" indent="0">
              <a:buNone/>
              <a:defRPr sz="189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F4A0A39-1CF5-437C-9FD7-4CAE7FA8E5A0}" type="datetimeFigureOut">
              <a:rPr lang="en-IN" smtClean="0"/>
              <a:t>12-06-2026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3C8109-5FDD-411A-8901-FD965813CCA0}" type="slidenum">
              <a:rPr lang="en-IN" smtClean="0"/>
              <a:t>‹#›</a:t>
            </a:fld>
            <a:endParaRPr lang="en-IN"/>
          </a:p>
        </p:txBody>
      </p:sp>
    </p:spTree>
    <p:extLst>
      <p:ext uri="{BB962C8B-B14F-4D97-AF65-F5344CB8AC3E}">
        <p14:creationId xmlns:p14="http://schemas.microsoft.com/office/powerpoint/2010/main" val="2656593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90015" y="2395710"/>
            <a:ext cx="6120091" cy="57101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290109" y="2395710"/>
            <a:ext cx="6120091" cy="57101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F4A0A39-1CF5-437C-9FD7-4CAE7FA8E5A0}" type="datetimeFigureOut">
              <a:rPr lang="en-IN" smtClean="0"/>
              <a:t>12-06-2026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3C8109-5FDD-411A-8901-FD965813CCA0}" type="slidenum">
              <a:rPr lang="en-IN" smtClean="0"/>
              <a:t>‹#›</a:t>
            </a:fld>
            <a:endParaRPr lang="en-IN"/>
          </a:p>
        </p:txBody>
      </p:sp>
    </p:spTree>
    <p:extLst>
      <p:ext uri="{BB962C8B-B14F-4D97-AF65-F5344CB8AC3E}">
        <p14:creationId xmlns:p14="http://schemas.microsoft.com/office/powerpoint/2010/main" val="11103597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91890" y="479144"/>
            <a:ext cx="12420184" cy="1739495"/>
          </a:xfrm>
        </p:spPr>
        <p:txBody>
          <a:bodyPr/>
          <a:lstStyle/>
          <a:p>
            <a:r>
              <a:rPr lang="en-US"/>
              <a:t>Click to edit Master title style</a:t>
            </a:r>
            <a:endParaRPr lang="en-US" dirty="0"/>
          </a:p>
        </p:txBody>
      </p:sp>
      <p:sp>
        <p:nvSpPr>
          <p:cNvPr id="3" name="Text Placeholder 2"/>
          <p:cNvSpPr>
            <a:spLocks noGrp="1"/>
          </p:cNvSpPr>
          <p:nvPr>
            <p:ph type="body" idx="1"/>
          </p:nvPr>
        </p:nvSpPr>
        <p:spPr>
          <a:xfrm>
            <a:off x="991891" y="2206137"/>
            <a:ext cx="6091965" cy="1081194"/>
          </a:xfrm>
        </p:spPr>
        <p:txBody>
          <a:bodyPr anchor="b"/>
          <a:lstStyle>
            <a:lvl1pPr marL="0" indent="0">
              <a:buNone/>
              <a:defRPr sz="2835" b="1"/>
            </a:lvl1pPr>
            <a:lvl2pPr marL="540050" indent="0">
              <a:buNone/>
              <a:defRPr sz="2362" b="1"/>
            </a:lvl2pPr>
            <a:lvl3pPr marL="1080101" indent="0">
              <a:buNone/>
              <a:defRPr sz="2126" b="1"/>
            </a:lvl3pPr>
            <a:lvl4pPr marL="1620151" indent="0">
              <a:buNone/>
              <a:defRPr sz="1890" b="1"/>
            </a:lvl4pPr>
            <a:lvl5pPr marL="2160201" indent="0">
              <a:buNone/>
              <a:defRPr sz="1890" b="1"/>
            </a:lvl5pPr>
            <a:lvl6pPr marL="2700251" indent="0">
              <a:buNone/>
              <a:defRPr sz="1890" b="1"/>
            </a:lvl6pPr>
            <a:lvl7pPr marL="3240302" indent="0">
              <a:buNone/>
              <a:defRPr sz="1890" b="1"/>
            </a:lvl7pPr>
            <a:lvl8pPr marL="3780351" indent="0">
              <a:buNone/>
              <a:defRPr sz="1890" b="1"/>
            </a:lvl8pPr>
            <a:lvl9pPr marL="4320401" indent="0">
              <a:buNone/>
              <a:defRPr sz="1890" b="1"/>
            </a:lvl9pPr>
          </a:lstStyle>
          <a:p>
            <a:pPr lvl="0"/>
            <a:r>
              <a:rPr lang="en-US"/>
              <a:t>Click to edit Master text styles</a:t>
            </a:r>
          </a:p>
        </p:txBody>
      </p:sp>
      <p:sp>
        <p:nvSpPr>
          <p:cNvPr id="4" name="Content Placeholder 3"/>
          <p:cNvSpPr>
            <a:spLocks noGrp="1"/>
          </p:cNvSpPr>
          <p:nvPr>
            <p:ph sz="half" idx="2"/>
          </p:nvPr>
        </p:nvSpPr>
        <p:spPr>
          <a:xfrm>
            <a:off x="991891" y="3287332"/>
            <a:ext cx="6091965" cy="48351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290108" y="2206137"/>
            <a:ext cx="6121966" cy="1081194"/>
          </a:xfrm>
        </p:spPr>
        <p:txBody>
          <a:bodyPr anchor="b"/>
          <a:lstStyle>
            <a:lvl1pPr marL="0" indent="0">
              <a:buNone/>
              <a:defRPr sz="2835" b="1"/>
            </a:lvl1pPr>
            <a:lvl2pPr marL="540050" indent="0">
              <a:buNone/>
              <a:defRPr sz="2362" b="1"/>
            </a:lvl2pPr>
            <a:lvl3pPr marL="1080101" indent="0">
              <a:buNone/>
              <a:defRPr sz="2126" b="1"/>
            </a:lvl3pPr>
            <a:lvl4pPr marL="1620151" indent="0">
              <a:buNone/>
              <a:defRPr sz="1890" b="1"/>
            </a:lvl4pPr>
            <a:lvl5pPr marL="2160201" indent="0">
              <a:buNone/>
              <a:defRPr sz="1890" b="1"/>
            </a:lvl5pPr>
            <a:lvl6pPr marL="2700251" indent="0">
              <a:buNone/>
              <a:defRPr sz="1890" b="1"/>
            </a:lvl6pPr>
            <a:lvl7pPr marL="3240302" indent="0">
              <a:buNone/>
              <a:defRPr sz="1890" b="1"/>
            </a:lvl7pPr>
            <a:lvl8pPr marL="3780351" indent="0">
              <a:buNone/>
              <a:defRPr sz="1890" b="1"/>
            </a:lvl8pPr>
            <a:lvl9pPr marL="4320401" indent="0">
              <a:buNone/>
              <a:defRPr sz="1890" b="1"/>
            </a:lvl9pPr>
          </a:lstStyle>
          <a:p>
            <a:pPr lvl="0"/>
            <a:r>
              <a:rPr lang="en-US"/>
              <a:t>Click to edit Master text styles</a:t>
            </a:r>
          </a:p>
        </p:txBody>
      </p:sp>
      <p:sp>
        <p:nvSpPr>
          <p:cNvPr id="6" name="Content Placeholder 5"/>
          <p:cNvSpPr>
            <a:spLocks noGrp="1"/>
          </p:cNvSpPr>
          <p:nvPr>
            <p:ph sz="quarter" idx="4"/>
          </p:nvPr>
        </p:nvSpPr>
        <p:spPr>
          <a:xfrm>
            <a:off x="7290108" y="3287332"/>
            <a:ext cx="6121966" cy="48351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F4A0A39-1CF5-437C-9FD7-4CAE7FA8E5A0}" type="datetimeFigureOut">
              <a:rPr lang="en-IN" smtClean="0"/>
              <a:t>12-06-2026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23C8109-5FDD-411A-8901-FD965813CCA0}" type="slidenum">
              <a:rPr lang="en-IN" smtClean="0"/>
              <a:t>‹#›</a:t>
            </a:fld>
            <a:endParaRPr lang="en-IN"/>
          </a:p>
        </p:txBody>
      </p:sp>
    </p:spTree>
    <p:extLst>
      <p:ext uri="{BB962C8B-B14F-4D97-AF65-F5344CB8AC3E}">
        <p14:creationId xmlns:p14="http://schemas.microsoft.com/office/powerpoint/2010/main" val="3297637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F4A0A39-1CF5-437C-9FD7-4CAE7FA8E5A0}" type="datetimeFigureOut">
              <a:rPr lang="en-IN" smtClean="0"/>
              <a:t>12-06-2026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23C8109-5FDD-411A-8901-FD965813CCA0}" type="slidenum">
              <a:rPr lang="en-IN" smtClean="0"/>
              <a:t>‹#›</a:t>
            </a:fld>
            <a:endParaRPr lang="en-IN"/>
          </a:p>
        </p:txBody>
      </p:sp>
    </p:spTree>
    <p:extLst>
      <p:ext uri="{BB962C8B-B14F-4D97-AF65-F5344CB8AC3E}">
        <p14:creationId xmlns:p14="http://schemas.microsoft.com/office/powerpoint/2010/main" val="37041047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4A0A39-1CF5-437C-9FD7-4CAE7FA8E5A0}" type="datetimeFigureOut">
              <a:rPr lang="en-IN" smtClean="0"/>
              <a:t>12-06-2026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23C8109-5FDD-411A-8901-FD965813CCA0}" type="slidenum">
              <a:rPr lang="en-IN" smtClean="0"/>
              <a:t>‹#›</a:t>
            </a:fld>
            <a:endParaRPr lang="en-IN"/>
          </a:p>
        </p:txBody>
      </p:sp>
    </p:spTree>
    <p:extLst>
      <p:ext uri="{BB962C8B-B14F-4D97-AF65-F5344CB8AC3E}">
        <p14:creationId xmlns:p14="http://schemas.microsoft.com/office/powerpoint/2010/main" val="3474528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91892" y="599969"/>
            <a:ext cx="4644443" cy="2099892"/>
          </a:xfrm>
        </p:spPr>
        <p:txBody>
          <a:bodyPr anchor="b"/>
          <a:lstStyle>
            <a:lvl1pPr>
              <a:defRPr sz="3781"/>
            </a:lvl1pPr>
          </a:lstStyle>
          <a:p>
            <a:r>
              <a:rPr lang="en-US"/>
              <a:t>Click to edit Master title style</a:t>
            </a:r>
            <a:endParaRPr lang="en-US" dirty="0"/>
          </a:p>
        </p:txBody>
      </p:sp>
      <p:sp>
        <p:nvSpPr>
          <p:cNvPr id="3" name="Content Placeholder 2"/>
          <p:cNvSpPr>
            <a:spLocks noGrp="1"/>
          </p:cNvSpPr>
          <p:nvPr>
            <p:ph idx="1"/>
          </p:nvPr>
        </p:nvSpPr>
        <p:spPr>
          <a:xfrm>
            <a:off x="6121966" y="1295767"/>
            <a:ext cx="7290108" cy="6395505"/>
          </a:xfrm>
        </p:spPr>
        <p:txBody>
          <a:bodyPr/>
          <a:lstStyle>
            <a:lvl1pPr>
              <a:defRPr sz="3781"/>
            </a:lvl1pPr>
            <a:lvl2pPr>
              <a:defRPr sz="3307"/>
            </a:lvl2pPr>
            <a:lvl3pPr>
              <a:defRPr sz="2835"/>
            </a:lvl3pPr>
            <a:lvl4pPr>
              <a:defRPr sz="2362"/>
            </a:lvl4pPr>
            <a:lvl5pPr>
              <a:defRPr sz="2362"/>
            </a:lvl5pPr>
            <a:lvl6pPr>
              <a:defRPr sz="2362"/>
            </a:lvl6pPr>
            <a:lvl7pPr>
              <a:defRPr sz="2362"/>
            </a:lvl7pPr>
            <a:lvl8pPr>
              <a:defRPr sz="2362"/>
            </a:lvl8pPr>
            <a:lvl9pPr>
              <a:defRPr sz="236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91892" y="2699862"/>
            <a:ext cx="4644443" cy="5001827"/>
          </a:xfrm>
        </p:spPr>
        <p:txBody>
          <a:bodyPr/>
          <a:lstStyle>
            <a:lvl1pPr marL="0" indent="0">
              <a:buNone/>
              <a:defRPr sz="1890"/>
            </a:lvl1pPr>
            <a:lvl2pPr marL="540050" indent="0">
              <a:buNone/>
              <a:defRPr sz="1654"/>
            </a:lvl2pPr>
            <a:lvl3pPr marL="1080101" indent="0">
              <a:buNone/>
              <a:defRPr sz="1417"/>
            </a:lvl3pPr>
            <a:lvl4pPr marL="1620151" indent="0">
              <a:buNone/>
              <a:defRPr sz="1181"/>
            </a:lvl4pPr>
            <a:lvl5pPr marL="2160201" indent="0">
              <a:buNone/>
              <a:defRPr sz="1181"/>
            </a:lvl5pPr>
            <a:lvl6pPr marL="2700251" indent="0">
              <a:buNone/>
              <a:defRPr sz="1181"/>
            </a:lvl6pPr>
            <a:lvl7pPr marL="3240302" indent="0">
              <a:buNone/>
              <a:defRPr sz="1181"/>
            </a:lvl7pPr>
            <a:lvl8pPr marL="3780351" indent="0">
              <a:buNone/>
              <a:defRPr sz="1181"/>
            </a:lvl8pPr>
            <a:lvl9pPr marL="4320401" indent="0">
              <a:buNone/>
              <a:defRPr sz="1181"/>
            </a:lvl9pPr>
          </a:lstStyle>
          <a:p>
            <a:pPr lvl="0"/>
            <a:r>
              <a:rPr lang="en-US"/>
              <a:t>Click to edit Master text styles</a:t>
            </a:r>
          </a:p>
        </p:txBody>
      </p:sp>
      <p:sp>
        <p:nvSpPr>
          <p:cNvPr id="5" name="Date Placeholder 4"/>
          <p:cNvSpPr>
            <a:spLocks noGrp="1"/>
          </p:cNvSpPr>
          <p:nvPr>
            <p:ph type="dt" sz="half" idx="10"/>
          </p:nvPr>
        </p:nvSpPr>
        <p:spPr/>
        <p:txBody>
          <a:bodyPr/>
          <a:lstStyle/>
          <a:p>
            <a:fld id="{9F4A0A39-1CF5-437C-9FD7-4CAE7FA8E5A0}" type="datetimeFigureOut">
              <a:rPr lang="en-IN" smtClean="0"/>
              <a:t>12-06-2026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3C8109-5FDD-411A-8901-FD965813CCA0}" type="slidenum">
              <a:rPr lang="en-IN" smtClean="0"/>
              <a:t>‹#›</a:t>
            </a:fld>
            <a:endParaRPr lang="en-IN"/>
          </a:p>
        </p:txBody>
      </p:sp>
    </p:spTree>
    <p:extLst>
      <p:ext uri="{BB962C8B-B14F-4D97-AF65-F5344CB8AC3E}">
        <p14:creationId xmlns:p14="http://schemas.microsoft.com/office/powerpoint/2010/main" val="30275422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91892" y="599969"/>
            <a:ext cx="4644443" cy="2099892"/>
          </a:xfrm>
        </p:spPr>
        <p:txBody>
          <a:bodyPr anchor="b"/>
          <a:lstStyle>
            <a:lvl1pPr>
              <a:defRPr sz="3781"/>
            </a:lvl1pPr>
          </a:lstStyle>
          <a:p>
            <a:r>
              <a:rPr lang="en-US"/>
              <a:t>Click to edit Master title style</a:t>
            </a:r>
            <a:endParaRPr lang="en-US" dirty="0"/>
          </a:p>
        </p:txBody>
      </p:sp>
      <p:sp>
        <p:nvSpPr>
          <p:cNvPr id="3" name="Picture Placeholder 2"/>
          <p:cNvSpPr>
            <a:spLocks noGrp="1" noChangeAspect="1"/>
          </p:cNvSpPr>
          <p:nvPr>
            <p:ph type="pic" idx="1"/>
          </p:nvPr>
        </p:nvSpPr>
        <p:spPr>
          <a:xfrm>
            <a:off x="6121966" y="1295767"/>
            <a:ext cx="7290108" cy="6395505"/>
          </a:xfrm>
        </p:spPr>
        <p:txBody>
          <a:bodyPr anchor="t"/>
          <a:lstStyle>
            <a:lvl1pPr marL="0" indent="0">
              <a:buNone/>
              <a:defRPr sz="3781"/>
            </a:lvl1pPr>
            <a:lvl2pPr marL="540050" indent="0">
              <a:buNone/>
              <a:defRPr sz="3307"/>
            </a:lvl2pPr>
            <a:lvl3pPr marL="1080101" indent="0">
              <a:buNone/>
              <a:defRPr sz="2835"/>
            </a:lvl3pPr>
            <a:lvl4pPr marL="1620151" indent="0">
              <a:buNone/>
              <a:defRPr sz="2362"/>
            </a:lvl4pPr>
            <a:lvl5pPr marL="2160201" indent="0">
              <a:buNone/>
              <a:defRPr sz="2362"/>
            </a:lvl5pPr>
            <a:lvl6pPr marL="2700251" indent="0">
              <a:buNone/>
              <a:defRPr sz="2362"/>
            </a:lvl6pPr>
            <a:lvl7pPr marL="3240302" indent="0">
              <a:buNone/>
              <a:defRPr sz="2362"/>
            </a:lvl7pPr>
            <a:lvl8pPr marL="3780351" indent="0">
              <a:buNone/>
              <a:defRPr sz="2362"/>
            </a:lvl8pPr>
            <a:lvl9pPr marL="4320401" indent="0">
              <a:buNone/>
              <a:defRPr sz="2362"/>
            </a:lvl9pPr>
          </a:lstStyle>
          <a:p>
            <a:r>
              <a:rPr lang="en-US"/>
              <a:t>Click icon to add picture</a:t>
            </a:r>
            <a:endParaRPr lang="en-US" dirty="0"/>
          </a:p>
        </p:txBody>
      </p:sp>
      <p:sp>
        <p:nvSpPr>
          <p:cNvPr id="4" name="Text Placeholder 3"/>
          <p:cNvSpPr>
            <a:spLocks noGrp="1"/>
          </p:cNvSpPr>
          <p:nvPr>
            <p:ph type="body" sz="half" idx="2"/>
          </p:nvPr>
        </p:nvSpPr>
        <p:spPr>
          <a:xfrm>
            <a:off x="991892" y="2699862"/>
            <a:ext cx="4644443" cy="5001827"/>
          </a:xfrm>
        </p:spPr>
        <p:txBody>
          <a:bodyPr/>
          <a:lstStyle>
            <a:lvl1pPr marL="0" indent="0">
              <a:buNone/>
              <a:defRPr sz="1890"/>
            </a:lvl1pPr>
            <a:lvl2pPr marL="540050" indent="0">
              <a:buNone/>
              <a:defRPr sz="1654"/>
            </a:lvl2pPr>
            <a:lvl3pPr marL="1080101" indent="0">
              <a:buNone/>
              <a:defRPr sz="1417"/>
            </a:lvl3pPr>
            <a:lvl4pPr marL="1620151" indent="0">
              <a:buNone/>
              <a:defRPr sz="1181"/>
            </a:lvl4pPr>
            <a:lvl5pPr marL="2160201" indent="0">
              <a:buNone/>
              <a:defRPr sz="1181"/>
            </a:lvl5pPr>
            <a:lvl6pPr marL="2700251" indent="0">
              <a:buNone/>
              <a:defRPr sz="1181"/>
            </a:lvl6pPr>
            <a:lvl7pPr marL="3240302" indent="0">
              <a:buNone/>
              <a:defRPr sz="1181"/>
            </a:lvl7pPr>
            <a:lvl8pPr marL="3780351" indent="0">
              <a:buNone/>
              <a:defRPr sz="1181"/>
            </a:lvl8pPr>
            <a:lvl9pPr marL="4320401" indent="0">
              <a:buNone/>
              <a:defRPr sz="1181"/>
            </a:lvl9pPr>
          </a:lstStyle>
          <a:p>
            <a:pPr lvl="0"/>
            <a:r>
              <a:rPr lang="en-US"/>
              <a:t>Click to edit Master text styles</a:t>
            </a:r>
          </a:p>
        </p:txBody>
      </p:sp>
      <p:sp>
        <p:nvSpPr>
          <p:cNvPr id="5" name="Date Placeholder 4"/>
          <p:cNvSpPr>
            <a:spLocks noGrp="1"/>
          </p:cNvSpPr>
          <p:nvPr>
            <p:ph type="dt" sz="half" idx="10"/>
          </p:nvPr>
        </p:nvSpPr>
        <p:spPr/>
        <p:txBody>
          <a:bodyPr/>
          <a:lstStyle/>
          <a:p>
            <a:fld id="{9F4A0A39-1CF5-437C-9FD7-4CAE7FA8E5A0}" type="datetimeFigureOut">
              <a:rPr lang="en-IN" smtClean="0"/>
              <a:t>12-06-2026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3C8109-5FDD-411A-8901-FD965813CCA0}" type="slidenum">
              <a:rPr lang="en-IN" smtClean="0"/>
              <a:t>‹#›</a:t>
            </a:fld>
            <a:endParaRPr lang="en-IN"/>
          </a:p>
        </p:txBody>
      </p:sp>
    </p:spTree>
    <p:extLst>
      <p:ext uri="{BB962C8B-B14F-4D97-AF65-F5344CB8AC3E}">
        <p14:creationId xmlns:p14="http://schemas.microsoft.com/office/powerpoint/2010/main" val="14002113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4A0A39-1CF5-437C-9FD7-4CAE7FA8E5A0}" type="datetimeFigureOut">
              <a:rPr lang="en-IN" smtClean="0"/>
              <a:t>12-06-2026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3C8109-5FDD-411A-8901-FD965813CCA0}" type="slidenum">
              <a:rPr lang="en-IN" smtClean="0"/>
              <a:t>‹#›</a:t>
            </a:fld>
            <a:endParaRPr lang="en-IN"/>
          </a:p>
        </p:txBody>
      </p:sp>
    </p:spTree>
    <p:extLst>
      <p:ext uri="{BB962C8B-B14F-4D97-AF65-F5344CB8AC3E}">
        <p14:creationId xmlns:p14="http://schemas.microsoft.com/office/powerpoint/2010/main" val="25119784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05152" y="479142"/>
            <a:ext cx="3105046" cy="762669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990015" y="479142"/>
            <a:ext cx="9135135" cy="762669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4A0A39-1CF5-437C-9FD7-4CAE7FA8E5A0}" type="datetimeFigureOut">
              <a:rPr lang="en-IN" smtClean="0"/>
              <a:t>12-06-2026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3C8109-5FDD-411A-8901-FD965813CCA0}" type="slidenum">
              <a:rPr lang="en-IN" smtClean="0"/>
              <a:t>‹#›</a:t>
            </a:fld>
            <a:endParaRPr lang="en-IN"/>
          </a:p>
        </p:txBody>
      </p:sp>
    </p:spTree>
    <p:extLst>
      <p:ext uri="{BB962C8B-B14F-4D97-AF65-F5344CB8AC3E}">
        <p14:creationId xmlns:p14="http://schemas.microsoft.com/office/powerpoint/2010/main" val="456875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0015" y="479144"/>
            <a:ext cx="12420184" cy="173949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90015" y="2395710"/>
            <a:ext cx="12420184" cy="57101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015" y="8341239"/>
            <a:ext cx="3240048" cy="479142"/>
          </a:xfrm>
          <a:prstGeom prst="rect">
            <a:avLst/>
          </a:prstGeom>
        </p:spPr>
        <p:txBody>
          <a:bodyPr vert="horz" lIns="91440" tIns="45720" rIns="91440" bIns="45720" rtlCol="0" anchor="ctr"/>
          <a:lstStyle>
            <a:lvl1pPr algn="l">
              <a:defRPr sz="1417">
                <a:solidFill>
                  <a:schemeClr val="tx1">
                    <a:tint val="82000"/>
                  </a:schemeClr>
                </a:solidFill>
              </a:defRPr>
            </a:lvl1pPr>
          </a:lstStyle>
          <a:p>
            <a:fld id="{9F4A0A39-1CF5-437C-9FD7-4CAE7FA8E5A0}" type="datetimeFigureOut">
              <a:rPr lang="en-IN" smtClean="0"/>
              <a:t>12-06-2026</a:t>
            </a:fld>
            <a:endParaRPr lang="en-IN"/>
          </a:p>
        </p:txBody>
      </p:sp>
      <p:sp>
        <p:nvSpPr>
          <p:cNvPr id="5" name="Footer Placeholder 4"/>
          <p:cNvSpPr>
            <a:spLocks noGrp="1"/>
          </p:cNvSpPr>
          <p:nvPr>
            <p:ph type="ftr" sz="quarter" idx="3"/>
          </p:nvPr>
        </p:nvSpPr>
        <p:spPr>
          <a:xfrm>
            <a:off x="4770071" y="8341239"/>
            <a:ext cx="4860072" cy="479142"/>
          </a:xfrm>
          <a:prstGeom prst="rect">
            <a:avLst/>
          </a:prstGeom>
        </p:spPr>
        <p:txBody>
          <a:bodyPr vert="horz" lIns="91440" tIns="45720" rIns="91440" bIns="45720" rtlCol="0" anchor="ctr"/>
          <a:lstStyle>
            <a:lvl1pPr algn="ctr">
              <a:defRPr sz="1417">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10170150" y="8341239"/>
            <a:ext cx="3240048" cy="479142"/>
          </a:xfrm>
          <a:prstGeom prst="rect">
            <a:avLst/>
          </a:prstGeom>
        </p:spPr>
        <p:txBody>
          <a:bodyPr vert="horz" lIns="91440" tIns="45720" rIns="91440" bIns="45720" rtlCol="0" anchor="ctr"/>
          <a:lstStyle>
            <a:lvl1pPr algn="r">
              <a:defRPr sz="1417">
                <a:solidFill>
                  <a:schemeClr val="tx1">
                    <a:tint val="82000"/>
                  </a:schemeClr>
                </a:solidFill>
              </a:defRPr>
            </a:lvl1pPr>
          </a:lstStyle>
          <a:p>
            <a:fld id="{F23C8109-5FDD-411A-8901-FD965813CCA0}" type="slidenum">
              <a:rPr lang="en-IN" smtClean="0"/>
              <a:t>‹#›</a:t>
            </a:fld>
            <a:endParaRPr lang="en-IN"/>
          </a:p>
        </p:txBody>
      </p:sp>
    </p:spTree>
    <p:extLst>
      <p:ext uri="{BB962C8B-B14F-4D97-AF65-F5344CB8AC3E}">
        <p14:creationId xmlns:p14="http://schemas.microsoft.com/office/powerpoint/2010/main" val="38951933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080101" rtl="0" eaLnBrk="1" latinLnBrk="0" hangingPunct="1">
        <a:lnSpc>
          <a:spcPct val="90000"/>
        </a:lnSpc>
        <a:spcBef>
          <a:spcPct val="0"/>
        </a:spcBef>
        <a:buNone/>
        <a:defRPr sz="5197" kern="1200">
          <a:solidFill>
            <a:schemeClr val="tx1"/>
          </a:solidFill>
          <a:latin typeface="+mj-lt"/>
          <a:ea typeface="+mj-ea"/>
          <a:cs typeface="+mj-cs"/>
        </a:defRPr>
      </a:lvl1pPr>
    </p:titleStyle>
    <p:bodyStyle>
      <a:lvl1pPr marL="270024" indent="-270024" algn="l" defTabSz="1080101" rtl="0" eaLnBrk="1" latinLnBrk="0" hangingPunct="1">
        <a:lnSpc>
          <a:spcPct val="90000"/>
        </a:lnSpc>
        <a:spcBef>
          <a:spcPts val="1181"/>
        </a:spcBef>
        <a:buFont typeface="Arial" panose="020B0604020202020204" pitchFamily="34" charset="0"/>
        <a:buChar char="•"/>
        <a:defRPr sz="3307" kern="1200">
          <a:solidFill>
            <a:schemeClr val="tx1"/>
          </a:solidFill>
          <a:latin typeface="+mn-lt"/>
          <a:ea typeface="+mn-ea"/>
          <a:cs typeface="+mn-cs"/>
        </a:defRPr>
      </a:lvl1pPr>
      <a:lvl2pPr marL="810075" indent="-270024" algn="l" defTabSz="1080101" rtl="0" eaLnBrk="1" latinLnBrk="0" hangingPunct="1">
        <a:lnSpc>
          <a:spcPct val="90000"/>
        </a:lnSpc>
        <a:spcBef>
          <a:spcPts val="591"/>
        </a:spcBef>
        <a:buFont typeface="Arial" panose="020B0604020202020204" pitchFamily="34" charset="0"/>
        <a:buChar char="•"/>
        <a:defRPr sz="2835" kern="1200">
          <a:solidFill>
            <a:schemeClr val="tx1"/>
          </a:solidFill>
          <a:latin typeface="+mn-lt"/>
          <a:ea typeface="+mn-ea"/>
          <a:cs typeface="+mn-cs"/>
        </a:defRPr>
      </a:lvl2pPr>
      <a:lvl3pPr marL="1350125" indent="-270024" algn="l" defTabSz="1080101" rtl="0" eaLnBrk="1" latinLnBrk="0" hangingPunct="1">
        <a:lnSpc>
          <a:spcPct val="90000"/>
        </a:lnSpc>
        <a:spcBef>
          <a:spcPts val="591"/>
        </a:spcBef>
        <a:buFont typeface="Arial" panose="020B0604020202020204" pitchFamily="34" charset="0"/>
        <a:buChar char="•"/>
        <a:defRPr sz="2362" kern="1200">
          <a:solidFill>
            <a:schemeClr val="tx1"/>
          </a:solidFill>
          <a:latin typeface="+mn-lt"/>
          <a:ea typeface="+mn-ea"/>
          <a:cs typeface="+mn-cs"/>
        </a:defRPr>
      </a:lvl3pPr>
      <a:lvl4pPr marL="1890176" indent="-270024" algn="l" defTabSz="1080101" rtl="0" eaLnBrk="1" latinLnBrk="0" hangingPunct="1">
        <a:lnSpc>
          <a:spcPct val="90000"/>
        </a:lnSpc>
        <a:spcBef>
          <a:spcPts val="591"/>
        </a:spcBef>
        <a:buFont typeface="Arial" panose="020B0604020202020204" pitchFamily="34" charset="0"/>
        <a:buChar char="•"/>
        <a:defRPr sz="2126" kern="1200">
          <a:solidFill>
            <a:schemeClr val="tx1"/>
          </a:solidFill>
          <a:latin typeface="+mn-lt"/>
          <a:ea typeface="+mn-ea"/>
          <a:cs typeface="+mn-cs"/>
        </a:defRPr>
      </a:lvl4pPr>
      <a:lvl5pPr marL="2430226" indent="-270024" algn="l" defTabSz="1080101" rtl="0" eaLnBrk="1" latinLnBrk="0" hangingPunct="1">
        <a:lnSpc>
          <a:spcPct val="90000"/>
        </a:lnSpc>
        <a:spcBef>
          <a:spcPts val="591"/>
        </a:spcBef>
        <a:buFont typeface="Arial" panose="020B0604020202020204" pitchFamily="34" charset="0"/>
        <a:buChar char="•"/>
        <a:defRPr sz="2126" kern="1200">
          <a:solidFill>
            <a:schemeClr val="tx1"/>
          </a:solidFill>
          <a:latin typeface="+mn-lt"/>
          <a:ea typeface="+mn-ea"/>
          <a:cs typeface="+mn-cs"/>
        </a:defRPr>
      </a:lvl5pPr>
      <a:lvl6pPr marL="2970276" indent="-270024" algn="l" defTabSz="1080101" rtl="0" eaLnBrk="1" latinLnBrk="0" hangingPunct="1">
        <a:lnSpc>
          <a:spcPct val="90000"/>
        </a:lnSpc>
        <a:spcBef>
          <a:spcPts val="591"/>
        </a:spcBef>
        <a:buFont typeface="Arial" panose="020B0604020202020204" pitchFamily="34" charset="0"/>
        <a:buChar char="•"/>
        <a:defRPr sz="2126" kern="1200">
          <a:solidFill>
            <a:schemeClr val="tx1"/>
          </a:solidFill>
          <a:latin typeface="+mn-lt"/>
          <a:ea typeface="+mn-ea"/>
          <a:cs typeface="+mn-cs"/>
        </a:defRPr>
      </a:lvl6pPr>
      <a:lvl7pPr marL="3510326" indent="-270024" algn="l" defTabSz="1080101" rtl="0" eaLnBrk="1" latinLnBrk="0" hangingPunct="1">
        <a:lnSpc>
          <a:spcPct val="90000"/>
        </a:lnSpc>
        <a:spcBef>
          <a:spcPts val="591"/>
        </a:spcBef>
        <a:buFont typeface="Arial" panose="020B0604020202020204" pitchFamily="34" charset="0"/>
        <a:buChar char="•"/>
        <a:defRPr sz="2126" kern="1200">
          <a:solidFill>
            <a:schemeClr val="tx1"/>
          </a:solidFill>
          <a:latin typeface="+mn-lt"/>
          <a:ea typeface="+mn-ea"/>
          <a:cs typeface="+mn-cs"/>
        </a:defRPr>
      </a:lvl7pPr>
      <a:lvl8pPr marL="4050377" indent="-270024" algn="l" defTabSz="1080101" rtl="0" eaLnBrk="1" latinLnBrk="0" hangingPunct="1">
        <a:lnSpc>
          <a:spcPct val="90000"/>
        </a:lnSpc>
        <a:spcBef>
          <a:spcPts val="591"/>
        </a:spcBef>
        <a:buFont typeface="Arial" panose="020B0604020202020204" pitchFamily="34" charset="0"/>
        <a:buChar char="•"/>
        <a:defRPr sz="2126" kern="1200">
          <a:solidFill>
            <a:schemeClr val="tx1"/>
          </a:solidFill>
          <a:latin typeface="+mn-lt"/>
          <a:ea typeface="+mn-ea"/>
          <a:cs typeface="+mn-cs"/>
        </a:defRPr>
      </a:lvl8pPr>
      <a:lvl9pPr marL="4590427" indent="-270024" algn="l" defTabSz="1080101" rtl="0" eaLnBrk="1" latinLnBrk="0" hangingPunct="1">
        <a:lnSpc>
          <a:spcPct val="90000"/>
        </a:lnSpc>
        <a:spcBef>
          <a:spcPts val="591"/>
        </a:spcBef>
        <a:buFont typeface="Arial" panose="020B0604020202020204" pitchFamily="34" charset="0"/>
        <a:buChar char="•"/>
        <a:defRPr sz="2126" kern="1200">
          <a:solidFill>
            <a:schemeClr val="tx1"/>
          </a:solidFill>
          <a:latin typeface="+mn-lt"/>
          <a:ea typeface="+mn-ea"/>
          <a:cs typeface="+mn-cs"/>
        </a:defRPr>
      </a:lvl9pPr>
    </p:bodyStyle>
    <p:otherStyle>
      <a:defPPr>
        <a:defRPr lang="en-US"/>
      </a:defPPr>
      <a:lvl1pPr marL="0" algn="l" defTabSz="1080101" rtl="0" eaLnBrk="1" latinLnBrk="0" hangingPunct="1">
        <a:defRPr sz="2126" kern="1200">
          <a:solidFill>
            <a:schemeClr val="tx1"/>
          </a:solidFill>
          <a:latin typeface="+mn-lt"/>
          <a:ea typeface="+mn-ea"/>
          <a:cs typeface="+mn-cs"/>
        </a:defRPr>
      </a:lvl1pPr>
      <a:lvl2pPr marL="540050" algn="l" defTabSz="1080101" rtl="0" eaLnBrk="1" latinLnBrk="0" hangingPunct="1">
        <a:defRPr sz="2126" kern="1200">
          <a:solidFill>
            <a:schemeClr val="tx1"/>
          </a:solidFill>
          <a:latin typeface="+mn-lt"/>
          <a:ea typeface="+mn-ea"/>
          <a:cs typeface="+mn-cs"/>
        </a:defRPr>
      </a:lvl2pPr>
      <a:lvl3pPr marL="1080101" algn="l" defTabSz="1080101" rtl="0" eaLnBrk="1" latinLnBrk="0" hangingPunct="1">
        <a:defRPr sz="2126" kern="1200">
          <a:solidFill>
            <a:schemeClr val="tx1"/>
          </a:solidFill>
          <a:latin typeface="+mn-lt"/>
          <a:ea typeface="+mn-ea"/>
          <a:cs typeface="+mn-cs"/>
        </a:defRPr>
      </a:lvl3pPr>
      <a:lvl4pPr marL="1620151" algn="l" defTabSz="1080101" rtl="0" eaLnBrk="1" latinLnBrk="0" hangingPunct="1">
        <a:defRPr sz="2126" kern="1200">
          <a:solidFill>
            <a:schemeClr val="tx1"/>
          </a:solidFill>
          <a:latin typeface="+mn-lt"/>
          <a:ea typeface="+mn-ea"/>
          <a:cs typeface="+mn-cs"/>
        </a:defRPr>
      </a:lvl4pPr>
      <a:lvl5pPr marL="2160201" algn="l" defTabSz="1080101" rtl="0" eaLnBrk="1" latinLnBrk="0" hangingPunct="1">
        <a:defRPr sz="2126" kern="1200">
          <a:solidFill>
            <a:schemeClr val="tx1"/>
          </a:solidFill>
          <a:latin typeface="+mn-lt"/>
          <a:ea typeface="+mn-ea"/>
          <a:cs typeface="+mn-cs"/>
        </a:defRPr>
      </a:lvl5pPr>
      <a:lvl6pPr marL="2700251" algn="l" defTabSz="1080101" rtl="0" eaLnBrk="1" latinLnBrk="0" hangingPunct="1">
        <a:defRPr sz="2126" kern="1200">
          <a:solidFill>
            <a:schemeClr val="tx1"/>
          </a:solidFill>
          <a:latin typeface="+mn-lt"/>
          <a:ea typeface="+mn-ea"/>
          <a:cs typeface="+mn-cs"/>
        </a:defRPr>
      </a:lvl6pPr>
      <a:lvl7pPr marL="3240302" algn="l" defTabSz="1080101" rtl="0" eaLnBrk="1" latinLnBrk="0" hangingPunct="1">
        <a:defRPr sz="2126" kern="1200">
          <a:solidFill>
            <a:schemeClr val="tx1"/>
          </a:solidFill>
          <a:latin typeface="+mn-lt"/>
          <a:ea typeface="+mn-ea"/>
          <a:cs typeface="+mn-cs"/>
        </a:defRPr>
      </a:lvl7pPr>
      <a:lvl8pPr marL="3780351" algn="l" defTabSz="1080101" rtl="0" eaLnBrk="1" latinLnBrk="0" hangingPunct="1">
        <a:defRPr sz="2126" kern="1200">
          <a:solidFill>
            <a:schemeClr val="tx1"/>
          </a:solidFill>
          <a:latin typeface="+mn-lt"/>
          <a:ea typeface="+mn-ea"/>
          <a:cs typeface="+mn-cs"/>
        </a:defRPr>
      </a:lvl8pPr>
      <a:lvl9pPr marL="4320401" algn="l" defTabSz="1080101" rtl="0" eaLnBrk="1" latinLnBrk="0" hangingPunct="1">
        <a:defRPr sz="212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30AD4-DEA3-ACB9-F7D4-DA7BBC33703F}"/>
              </a:ext>
            </a:extLst>
          </p:cNvPr>
          <p:cNvSpPr>
            <a:spLocks noGrp="1"/>
          </p:cNvSpPr>
          <p:nvPr>
            <p:ph type="title"/>
          </p:nvPr>
        </p:nvSpPr>
        <p:spPr/>
        <p:txBody>
          <a:bodyPr>
            <a:normAutofit/>
          </a:bodyPr>
          <a:lstStyle/>
          <a:p>
            <a:pPr algn="ctr"/>
            <a:r>
              <a:rPr lang="en-US" sz="4000" b="1" dirty="0"/>
              <a:t>CODEALPHA</a:t>
            </a:r>
            <a:br>
              <a:rPr lang="en-US" sz="4000" b="1" dirty="0"/>
            </a:br>
            <a:r>
              <a:rPr lang="en-US" sz="4000" b="1" dirty="0"/>
              <a:t>INTERNSHIP PROJECT REPORT</a:t>
            </a:r>
            <a:endParaRPr lang="en-IN" sz="4000" b="1" dirty="0"/>
          </a:p>
        </p:txBody>
      </p:sp>
      <p:sp>
        <p:nvSpPr>
          <p:cNvPr id="3" name="Content Placeholder 2">
            <a:extLst>
              <a:ext uri="{FF2B5EF4-FFF2-40B4-BE49-F238E27FC236}">
                <a16:creationId xmlns:a16="http://schemas.microsoft.com/office/drawing/2014/main" id="{DEF6B1DD-E33F-AAD8-A834-35802CA79378}"/>
              </a:ext>
            </a:extLst>
          </p:cNvPr>
          <p:cNvSpPr>
            <a:spLocks noGrp="1"/>
          </p:cNvSpPr>
          <p:nvPr>
            <p:ph idx="1"/>
          </p:nvPr>
        </p:nvSpPr>
        <p:spPr/>
        <p:txBody>
          <a:bodyPr>
            <a:normAutofit/>
          </a:bodyPr>
          <a:lstStyle/>
          <a:p>
            <a:pPr marL="0" indent="0" algn="ctr">
              <a:buNone/>
            </a:pPr>
            <a:r>
              <a:rPr lang="en-US" sz="1800" b="1" dirty="0"/>
              <a:t>HANGMAN GAME USING PYTHON </a:t>
            </a:r>
          </a:p>
          <a:p>
            <a:pPr marL="0" indent="0" algn="ctr">
              <a:buNone/>
            </a:pPr>
            <a:endParaRPr lang="en-IN" sz="1800" b="1" dirty="0"/>
          </a:p>
          <a:p>
            <a:pPr marL="0" indent="0" algn="ctr">
              <a:buNone/>
            </a:pPr>
            <a:endParaRPr lang="en-IN" sz="1800" b="1" dirty="0"/>
          </a:p>
          <a:p>
            <a:pPr marL="0" indent="0" algn="ctr">
              <a:buNone/>
            </a:pPr>
            <a:endParaRPr lang="en-IN" sz="1800" b="1" dirty="0"/>
          </a:p>
          <a:p>
            <a:pPr marL="0" indent="0" algn="ctr">
              <a:buNone/>
            </a:pPr>
            <a:r>
              <a:rPr lang="en-IN" sz="1800" b="1" dirty="0"/>
              <a:t>          Submitted By: </a:t>
            </a:r>
            <a:r>
              <a:rPr lang="en-IN" sz="1600" dirty="0"/>
              <a:t>Himanshu Rastogi</a:t>
            </a:r>
          </a:p>
          <a:p>
            <a:pPr marL="0" indent="0" algn="ctr">
              <a:buNone/>
            </a:pPr>
            <a:r>
              <a:rPr lang="en-US" sz="1800" b="1" dirty="0"/>
              <a:t>                           Domain: </a:t>
            </a:r>
            <a:r>
              <a:rPr lang="en-US" sz="1600" dirty="0"/>
              <a:t>Python programming</a:t>
            </a:r>
          </a:p>
          <a:p>
            <a:pPr marL="0" indent="0" algn="ctr">
              <a:buNone/>
            </a:pPr>
            <a:r>
              <a:rPr lang="en-US" sz="1800" b="1" dirty="0"/>
              <a:t>Organization:</a:t>
            </a:r>
            <a:r>
              <a:rPr lang="en-US" sz="1600" dirty="0"/>
              <a:t> Code ALPHA              </a:t>
            </a:r>
            <a:endParaRPr lang="en-IN" sz="1600" dirty="0"/>
          </a:p>
        </p:txBody>
      </p:sp>
    </p:spTree>
    <p:extLst>
      <p:ext uri="{BB962C8B-B14F-4D97-AF65-F5344CB8AC3E}">
        <p14:creationId xmlns:p14="http://schemas.microsoft.com/office/powerpoint/2010/main" val="31043326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AC520-1532-8BCB-8BE6-D72B14D6A4FC}"/>
              </a:ext>
            </a:extLst>
          </p:cNvPr>
          <p:cNvSpPr>
            <a:spLocks noGrp="1"/>
          </p:cNvSpPr>
          <p:nvPr>
            <p:ph type="title"/>
          </p:nvPr>
        </p:nvSpPr>
        <p:spPr>
          <a:xfrm>
            <a:off x="1942307" y="1926177"/>
            <a:ext cx="10515600" cy="835283"/>
          </a:xfrm>
        </p:spPr>
        <p:txBody>
          <a:bodyPr>
            <a:normAutofit fontScale="90000"/>
          </a:bodyPr>
          <a:lstStyle/>
          <a:p>
            <a:r>
              <a:rPr lang="en-US" b="1" u="sng" dirty="0"/>
              <a:t>PROJECT  TITLE</a:t>
            </a:r>
            <a:br>
              <a:rPr lang="en-US" b="1" dirty="0"/>
            </a:br>
            <a:br>
              <a:rPr lang="en-US" b="1" dirty="0"/>
            </a:br>
            <a:r>
              <a:rPr lang="en-US" sz="3600" dirty="0"/>
              <a:t>Hangman Game Using Python</a:t>
            </a:r>
            <a:br>
              <a:rPr lang="en-US" b="1" dirty="0"/>
            </a:br>
            <a:br>
              <a:rPr lang="en-US" b="1" dirty="0"/>
            </a:br>
            <a:endParaRPr lang="en-IN" b="1" dirty="0"/>
          </a:p>
        </p:txBody>
      </p:sp>
      <p:sp>
        <p:nvSpPr>
          <p:cNvPr id="3" name="Content Placeholder 2">
            <a:extLst>
              <a:ext uri="{FF2B5EF4-FFF2-40B4-BE49-F238E27FC236}">
                <a16:creationId xmlns:a16="http://schemas.microsoft.com/office/drawing/2014/main" id="{7FD57542-3745-36AB-FEE5-8DF34738BD33}"/>
              </a:ext>
            </a:extLst>
          </p:cNvPr>
          <p:cNvSpPr>
            <a:spLocks noGrp="1"/>
          </p:cNvSpPr>
          <p:nvPr>
            <p:ph idx="1"/>
          </p:nvPr>
        </p:nvSpPr>
        <p:spPr/>
        <p:txBody>
          <a:bodyPr>
            <a:normAutofit/>
          </a:bodyPr>
          <a:lstStyle/>
          <a:p>
            <a:pPr marL="0" indent="0" algn="ctr">
              <a:buNone/>
            </a:pPr>
            <a:endParaRPr lang="en-US" sz="4000" b="1" dirty="0"/>
          </a:p>
          <a:p>
            <a:pPr marL="0" indent="0">
              <a:buNone/>
            </a:pPr>
            <a:r>
              <a:rPr lang="en-US" sz="4000" b="1" u="sng" dirty="0"/>
              <a:t>OBJECTIVE</a:t>
            </a:r>
          </a:p>
          <a:p>
            <a:pPr marL="0" indent="0" algn="ctr">
              <a:buNone/>
            </a:pPr>
            <a:endParaRPr lang="en-US" sz="900" dirty="0"/>
          </a:p>
          <a:p>
            <a:pPr marL="0" indent="0">
              <a:buNone/>
            </a:pPr>
            <a:r>
              <a:rPr lang="en-US" sz="1700" dirty="0"/>
              <a:t>The objective of this project is to develop a simple text-based Hangman Game using Python. The game randomly selects a word from a predefined list and allows the user to guess the word one letter at a time. The program validates user input, tracks correct and incorrect guesses, limits the number of attempts, and displays the game result (win or lose). This project aims to demonstrate the use of Python concepts such as loops, conditional statements, lists, string manipulation, functions of the random module, and user interaction through the console. </a:t>
            </a:r>
            <a:endParaRPr lang="en-IN" sz="1700" dirty="0"/>
          </a:p>
        </p:txBody>
      </p:sp>
    </p:spTree>
    <p:extLst>
      <p:ext uri="{BB962C8B-B14F-4D97-AF65-F5344CB8AC3E}">
        <p14:creationId xmlns:p14="http://schemas.microsoft.com/office/powerpoint/2010/main" val="2915677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15855-4118-B567-961A-828A921DAE04}"/>
              </a:ext>
            </a:extLst>
          </p:cNvPr>
          <p:cNvSpPr>
            <a:spLocks noGrp="1"/>
          </p:cNvSpPr>
          <p:nvPr>
            <p:ph type="title"/>
          </p:nvPr>
        </p:nvSpPr>
        <p:spPr/>
        <p:txBody>
          <a:bodyPr>
            <a:normAutofit fontScale="90000"/>
          </a:bodyPr>
          <a:lstStyle/>
          <a:p>
            <a:r>
              <a:rPr lang="en-IN" sz="4000" b="1" u="sng" dirty="0"/>
              <a:t>SOFTWARE REQUIREMENT</a:t>
            </a:r>
            <a:br>
              <a:rPr lang="en-IN" sz="4000" b="1" dirty="0"/>
            </a:br>
            <a:br>
              <a:rPr lang="en-IN" sz="4000" b="1" dirty="0"/>
            </a:br>
            <a:r>
              <a:rPr lang="en-IN" sz="1600" dirty="0"/>
              <a:t>~python</a:t>
            </a:r>
            <a:br>
              <a:rPr lang="en-IN" sz="1600" dirty="0"/>
            </a:br>
            <a:br>
              <a:rPr lang="en-IN" sz="1600" dirty="0"/>
            </a:br>
            <a:r>
              <a:rPr lang="en-IN" sz="1600" dirty="0"/>
              <a:t>visual studio code (VS Code)</a:t>
            </a:r>
          </a:p>
        </p:txBody>
      </p:sp>
      <p:sp>
        <p:nvSpPr>
          <p:cNvPr id="3" name="Content Placeholder 2">
            <a:extLst>
              <a:ext uri="{FF2B5EF4-FFF2-40B4-BE49-F238E27FC236}">
                <a16:creationId xmlns:a16="http://schemas.microsoft.com/office/drawing/2014/main" id="{CE081AC5-34D9-50AC-4B78-1C25A010FE63}"/>
              </a:ext>
            </a:extLst>
          </p:cNvPr>
          <p:cNvSpPr>
            <a:spLocks noGrp="1"/>
          </p:cNvSpPr>
          <p:nvPr>
            <p:ph idx="1"/>
          </p:nvPr>
        </p:nvSpPr>
        <p:spPr>
          <a:xfrm>
            <a:off x="1942307" y="3302692"/>
            <a:ext cx="10515600" cy="3945040"/>
          </a:xfrm>
        </p:spPr>
        <p:txBody>
          <a:bodyPr>
            <a:normAutofit fontScale="70000" lnSpcReduction="20000"/>
          </a:bodyPr>
          <a:lstStyle/>
          <a:p>
            <a:pPr marL="0" indent="0">
              <a:buNone/>
            </a:pPr>
            <a:r>
              <a:rPr lang="en-IN" sz="4000" b="1" u="sng" dirty="0"/>
              <a:t>CONCEPT USED</a:t>
            </a:r>
          </a:p>
          <a:p>
            <a:pPr marL="0" indent="0">
              <a:buNone/>
            </a:pPr>
            <a:endParaRPr lang="en-IN" sz="4000" b="1" u="sng" dirty="0"/>
          </a:p>
          <a:p>
            <a:pPr marL="342933" indent="-342933">
              <a:buFont typeface="+mj-lt"/>
              <a:buAutoNum type="arabicPeriod"/>
            </a:pPr>
            <a:r>
              <a:rPr lang="en-US" sz="1700" dirty="0"/>
              <a:t>Random Module (Random . Choice ()) – To select a random word from the list.</a:t>
            </a:r>
          </a:p>
          <a:p>
            <a:pPr marL="342933" indent="-342933">
              <a:buFont typeface="+mj-lt"/>
              <a:buAutoNum type="arabicPeriod"/>
            </a:pPr>
            <a:r>
              <a:rPr lang="en-US" sz="1700" dirty="0"/>
              <a:t>Lists – To store words and guessed letters.</a:t>
            </a:r>
          </a:p>
          <a:p>
            <a:pPr marL="342933" indent="-342933">
              <a:buFont typeface="+mj-lt"/>
              <a:buAutoNum type="arabicPeriod"/>
            </a:pPr>
            <a:r>
              <a:rPr lang="en-US" sz="1700" dirty="0"/>
              <a:t>While Loop – To keep the game running until the player wins or loses.</a:t>
            </a:r>
          </a:p>
          <a:p>
            <a:pPr marL="342933" indent="-342933">
              <a:buFont typeface="+mj-lt"/>
              <a:buAutoNum type="arabicPeriod"/>
            </a:pPr>
            <a:r>
              <a:rPr lang="en-US" sz="1700" dirty="0"/>
              <a:t>For Loop – To display the word and check guessed letters.</a:t>
            </a:r>
          </a:p>
          <a:p>
            <a:pPr marL="342933" indent="-342933">
              <a:buFont typeface="+mj-lt"/>
              <a:buAutoNum type="arabicPeriod"/>
            </a:pPr>
            <a:r>
              <a:rPr lang="en-US" sz="1700" dirty="0"/>
              <a:t>Concepts Used</a:t>
            </a:r>
          </a:p>
          <a:p>
            <a:pPr marL="342933" indent="-342933">
              <a:buFont typeface="+mj-lt"/>
              <a:buAutoNum type="arabicPeriod"/>
            </a:pPr>
            <a:r>
              <a:rPr lang="en-US" sz="1700" dirty="0"/>
              <a:t>Conditional Statements (if-else) – To validate guesses and control game flow.</a:t>
            </a:r>
          </a:p>
          <a:p>
            <a:pPr marL="342933" indent="-342933">
              <a:buFont typeface="+mj-lt"/>
              <a:buAutoNum type="arabicPeriod"/>
            </a:pPr>
            <a:r>
              <a:rPr lang="en-US" sz="1700" dirty="0"/>
              <a:t>User Input Handling (input()) – To receive letter guesses from the user.</a:t>
            </a:r>
          </a:p>
          <a:p>
            <a:pPr marL="342933" indent="-342933">
              <a:buFont typeface="+mj-lt"/>
              <a:buAutoNum type="arabicPeriod"/>
            </a:pPr>
            <a:r>
              <a:rPr lang="en-US" sz="1700" dirty="0"/>
              <a:t>String Manipulation – To display the hidden word using underscores and revealed letters.</a:t>
            </a:r>
          </a:p>
          <a:p>
            <a:pPr marL="342933" indent="-342933">
              <a:buFont typeface="+mj-lt"/>
              <a:buAutoNum type="arabicPeriod"/>
            </a:pPr>
            <a:r>
              <a:rPr lang="en-US" sz="1700" dirty="0"/>
              <a:t>Input Validation – To ensure the user enters only a single alphabet character.</a:t>
            </a:r>
          </a:p>
          <a:p>
            <a:pPr marL="342933" indent="-342933">
              <a:buFont typeface="+mj-lt"/>
              <a:buAutoNum type="arabicPeriod"/>
            </a:pPr>
            <a:r>
              <a:rPr lang="en-US" sz="1700" dirty="0"/>
              <a:t>Counters and Variables – To track incorrect guesses and remaining attempts.</a:t>
            </a:r>
          </a:p>
          <a:p>
            <a:pPr marL="342933" indent="-342933">
              <a:buFont typeface="+mj-lt"/>
              <a:buAutoNum type="arabicPeriod"/>
            </a:pPr>
            <a:r>
              <a:rPr lang="en-US" sz="1700" dirty="0"/>
              <a:t>Game Logic Implementation – To determine win and loss conditions and manage gameplay.</a:t>
            </a:r>
            <a:endParaRPr lang="en-IN" sz="1700" dirty="0"/>
          </a:p>
        </p:txBody>
      </p:sp>
    </p:spTree>
    <p:extLst>
      <p:ext uri="{BB962C8B-B14F-4D97-AF65-F5344CB8AC3E}">
        <p14:creationId xmlns:p14="http://schemas.microsoft.com/office/powerpoint/2010/main" val="35940171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2A9F1-0D02-1BF8-49A0-681663C09C38}"/>
              </a:ext>
            </a:extLst>
          </p:cNvPr>
          <p:cNvSpPr>
            <a:spLocks noGrp="1"/>
          </p:cNvSpPr>
          <p:nvPr>
            <p:ph type="title"/>
          </p:nvPr>
        </p:nvSpPr>
        <p:spPr>
          <a:xfrm rot="10800000" flipV="1">
            <a:off x="1942307" y="1390248"/>
            <a:ext cx="10515600" cy="6538523"/>
          </a:xfrm>
        </p:spPr>
        <p:txBody>
          <a:bodyPr>
            <a:normAutofit fontScale="90000"/>
          </a:bodyPr>
          <a:lstStyle/>
          <a:p>
            <a:r>
              <a:rPr lang="en-US" sz="4000" b="1" u="sng" dirty="0"/>
              <a:t>ALGORITHM</a:t>
            </a:r>
            <a:br>
              <a:rPr lang="en-US" sz="4000" b="1" u="sng" dirty="0"/>
            </a:br>
            <a:r>
              <a:rPr lang="en-US" sz="1600" dirty="0"/>
              <a:t>1.</a:t>
            </a:r>
            <a:r>
              <a:rPr lang="en-US" sz="1800" dirty="0"/>
              <a:t>Start the program.</a:t>
            </a:r>
            <a:br>
              <a:rPr lang="en-US" sz="1800" dirty="0"/>
            </a:br>
            <a:br>
              <a:rPr lang="en-US" sz="1800" dirty="0"/>
            </a:br>
            <a:r>
              <a:rPr lang="en-US" sz="1800" dirty="0"/>
              <a:t>2.Import the Random module.</a:t>
            </a:r>
            <a:br>
              <a:rPr lang="en-US" sz="1800" dirty="0"/>
            </a:br>
            <a:br>
              <a:rPr lang="en-US" sz="1800" dirty="0"/>
            </a:br>
            <a:r>
              <a:rPr lang="en-US" sz="1800" dirty="0"/>
              <a:t>3.Create a list of predefined words.</a:t>
            </a:r>
            <a:br>
              <a:rPr lang="en-US" sz="1800" dirty="0"/>
            </a:br>
            <a:br>
              <a:rPr lang="en-US" sz="1800" dirty="0"/>
            </a:br>
            <a:r>
              <a:rPr lang="en-US" sz="1800" dirty="0"/>
              <a:t>4.Randomly select a word from the list.</a:t>
            </a:r>
            <a:br>
              <a:rPr lang="en-US" sz="1800" dirty="0"/>
            </a:br>
            <a:br>
              <a:rPr lang="en-US" sz="1800" dirty="0"/>
            </a:br>
            <a:r>
              <a:rPr lang="en-US" sz="1800" dirty="0"/>
              <a:t>5.Initialize an empty list for guessed letters.</a:t>
            </a:r>
            <a:br>
              <a:rPr lang="en-US" sz="1800" dirty="0"/>
            </a:br>
            <a:br>
              <a:rPr lang="en-US" sz="1800" dirty="0"/>
            </a:br>
            <a:r>
              <a:rPr lang="en-US" sz="1800" dirty="0"/>
              <a:t>6.Set the maximum number of attempts and initialize incorrect guesses to zero.</a:t>
            </a:r>
            <a:br>
              <a:rPr lang="en-US" sz="1800" dirty="0"/>
            </a:br>
            <a:br>
              <a:rPr lang="en-US" sz="1800" dirty="0"/>
            </a:br>
            <a:r>
              <a:rPr lang="en-US" sz="1800" dirty="0"/>
              <a:t>7.Display the game title.</a:t>
            </a:r>
            <a:br>
              <a:rPr lang="en-US" sz="1800" dirty="0"/>
            </a:br>
            <a:br>
              <a:rPr lang="en-US" sz="1800" dirty="0"/>
            </a:br>
            <a:r>
              <a:rPr lang="en-US" sz="1800" dirty="0"/>
              <a:t>8.Display the word using underscores for unguessed letters.</a:t>
            </a:r>
            <a:br>
              <a:rPr lang="en-US" sz="1800" dirty="0"/>
            </a:br>
            <a:br>
              <a:rPr lang="en-US" sz="1800" dirty="0"/>
            </a:br>
            <a:r>
              <a:rPr lang="en-US" sz="1800" dirty="0"/>
              <a:t>9.Ask the user to enter a letter.</a:t>
            </a:r>
            <a:br>
              <a:rPr lang="en-US" sz="1800" dirty="0"/>
            </a:br>
            <a:br>
              <a:rPr lang="en-US" sz="1800" dirty="0"/>
            </a:br>
            <a:r>
              <a:rPr lang="en-US" sz="1800" dirty="0"/>
              <a:t>10.Validate the user input.</a:t>
            </a:r>
            <a:br>
              <a:rPr lang="en-US" sz="1800" dirty="0"/>
            </a:br>
            <a:br>
              <a:rPr lang="en-US" sz="1800" dirty="0"/>
            </a:br>
            <a:r>
              <a:rPr lang="en-US" sz="1800" dirty="0"/>
              <a:t>11.Check whether the guessed letter is present in the word.</a:t>
            </a:r>
            <a:br>
              <a:rPr lang="en-US" sz="1800" dirty="0"/>
            </a:br>
            <a:br>
              <a:rPr lang="en-US" sz="1800" dirty="0"/>
            </a:br>
            <a:r>
              <a:rPr lang="en-US" sz="1800" dirty="0"/>
              <a:t>12.If the guess is correct, add it to the guessed letters list.</a:t>
            </a:r>
            <a:br>
              <a:rPr lang="en-US" sz="1800" dirty="0"/>
            </a:br>
            <a:br>
              <a:rPr lang="en-US" sz="1800" dirty="0"/>
            </a:br>
            <a:r>
              <a:rPr lang="en-US" sz="1800" dirty="0"/>
              <a:t>13.If the guess is incorrect, increase the incorrect guess counter.</a:t>
            </a:r>
            <a:br>
              <a:rPr lang="en-US" sz="1800" dirty="0"/>
            </a:br>
            <a:br>
              <a:rPr lang="en-US" sz="1800" dirty="0"/>
            </a:br>
            <a:r>
              <a:rPr lang="en-US" sz="1800" dirty="0"/>
              <a:t>14.Check if all letters of the word have been guessed.</a:t>
            </a:r>
            <a:br>
              <a:rPr lang="en-US" sz="1800" dirty="0"/>
            </a:br>
            <a:br>
              <a:rPr lang="en-US" sz="1800" dirty="0"/>
            </a:br>
            <a:r>
              <a:rPr lang="en-US" sz="1800" dirty="0"/>
              <a:t>15.If the word is completed, display a winning message and end the game.</a:t>
            </a:r>
            <a:br>
              <a:rPr lang="en-US" sz="1800" dirty="0"/>
            </a:br>
            <a:br>
              <a:rPr lang="en-US" sz="1800" dirty="0"/>
            </a:br>
            <a:r>
              <a:rPr lang="en-US" sz="1800" dirty="0"/>
              <a:t>16.If the maximum attempts are reached, display a game over message and reveal the word.</a:t>
            </a:r>
            <a:br>
              <a:rPr lang="en-US" sz="1800" dirty="0"/>
            </a:br>
            <a:br>
              <a:rPr lang="en-US" sz="1800" dirty="0"/>
            </a:br>
            <a:r>
              <a:rPr lang="en-US" sz="1800" dirty="0"/>
              <a:t>17.Otherwise, repeat steps 8–16.</a:t>
            </a:r>
            <a:br>
              <a:rPr lang="en-US" sz="1800" dirty="0"/>
            </a:br>
            <a:br>
              <a:rPr lang="en-US" sz="1800" dirty="0"/>
            </a:br>
            <a:r>
              <a:rPr lang="en-US" sz="1800" dirty="0"/>
              <a:t>18.Stop the program.</a:t>
            </a:r>
            <a:endParaRPr lang="en-IN" sz="1800" dirty="0"/>
          </a:p>
        </p:txBody>
      </p:sp>
      <p:sp>
        <p:nvSpPr>
          <p:cNvPr id="3" name="Content Placeholder 2">
            <a:extLst>
              <a:ext uri="{FF2B5EF4-FFF2-40B4-BE49-F238E27FC236}">
                <a16:creationId xmlns:a16="http://schemas.microsoft.com/office/drawing/2014/main" id="{18F4463A-8198-CC24-A1F6-79CDD8C846F2}"/>
              </a:ext>
            </a:extLst>
          </p:cNvPr>
          <p:cNvSpPr>
            <a:spLocks noGrp="1"/>
          </p:cNvSpPr>
          <p:nvPr>
            <p:ph idx="1"/>
          </p:nvPr>
        </p:nvSpPr>
        <p:spPr>
          <a:xfrm rot="11654020" flipH="1" flipV="1">
            <a:off x="12457906" y="7247731"/>
            <a:ext cx="45719" cy="361489"/>
          </a:xfrm>
        </p:spPr>
        <p:txBody>
          <a:bodyPr>
            <a:normAutofit fontScale="70000" lnSpcReduction="20000"/>
          </a:bodyPr>
          <a:lstStyle/>
          <a:p>
            <a:pPr marL="0" indent="0">
              <a:buNone/>
            </a:pPr>
            <a:endParaRPr lang="en-IN" dirty="0"/>
          </a:p>
        </p:txBody>
      </p:sp>
    </p:spTree>
    <p:extLst>
      <p:ext uri="{BB962C8B-B14F-4D97-AF65-F5344CB8AC3E}">
        <p14:creationId xmlns:p14="http://schemas.microsoft.com/office/powerpoint/2010/main" val="2394350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B4F30-895D-2AFA-0723-B435D8D36A87}"/>
              </a:ext>
            </a:extLst>
          </p:cNvPr>
          <p:cNvSpPr>
            <a:spLocks noGrp="1"/>
          </p:cNvSpPr>
          <p:nvPr>
            <p:ph type="title"/>
          </p:nvPr>
        </p:nvSpPr>
        <p:spPr>
          <a:xfrm>
            <a:off x="990015" y="1"/>
            <a:ext cx="12420184" cy="2218639"/>
          </a:xfrm>
        </p:spPr>
        <p:txBody>
          <a:bodyPr>
            <a:normAutofit/>
          </a:bodyPr>
          <a:lstStyle/>
          <a:p>
            <a:r>
              <a:rPr lang="en-US" sz="4000" b="1" u="sng" dirty="0"/>
              <a:t>SOURCE CODE</a:t>
            </a:r>
            <a:endParaRPr lang="en-IN" sz="4000" b="1" u="sng" dirty="0"/>
          </a:p>
        </p:txBody>
      </p:sp>
      <p:sp>
        <p:nvSpPr>
          <p:cNvPr id="3" name="Content Placeholder 2">
            <a:extLst>
              <a:ext uri="{FF2B5EF4-FFF2-40B4-BE49-F238E27FC236}">
                <a16:creationId xmlns:a16="http://schemas.microsoft.com/office/drawing/2014/main" id="{4C003FB1-DCB3-3EC7-223B-97EF0225F278}"/>
              </a:ext>
            </a:extLst>
          </p:cNvPr>
          <p:cNvSpPr>
            <a:spLocks noGrp="1"/>
          </p:cNvSpPr>
          <p:nvPr>
            <p:ph idx="1"/>
          </p:nvPr>
        </p:nvSpPr>
        <p:spPr>
          <a:xfrm>
            <a:off x="990014" y="1417320"/>
            <a:ext cx="12420184" cy="6475154"/>
          </a:xfrm>
        </p:spPr>
        <p:txBody>
          <a:bodyPr>
            <a:normAutofit fontScale="25000" lnSpcReduction="20000"/>
          </a:bodyPr>
          <a:lstStyle/>
          <a:p>
            <a:pPr marL="0" indent="0">
              <a:buNone/>
            </a:pPr>
            <a:r>
              <a:rPr lang="en-US" sz="6401" dirty="0"/>
              <a:t>import random</a:t>
            </a:r>
          </a:p>
          <a:p>
            <a:pPr marL="0" indent="0">
              <a:buNone/>
            </a:pPr>
            <a:endParaRPr lang="en-US" sz="6401" dirty="0"/>
          </a:p>
          <a:p>
            <a:pPr marL="0" indent="0">
              <a:buNone/>
            </a:pPr>
            <a:r>
              <a:rPr lang="en-US" sz="6401" dirty="0"/>
              <a:t>words = ["python", "laptop", "gaming", "intern", "program"]</a:t>
            </a:r>
          </a:p>
          <a:p>
            <a:pPr marL="0" indent="0">
              <a:buNone/>
            </a:pPr>
            <a:endParaRPr lang="en-US" sz="6401" dirty="0"/>
          </a:p>
          <a:p>
            <a:pPr marL="0" indent="0">
              <a:buNone/>
            </a:pPr>
            <a:r>
              <a:rPr lang="en-US" sz="6401" dirty="0"/>
              <a:t>word = </a:t>
            </a:r>
            <a:r>
              <a:rPr lang="en-US" sz="6401" dirty="0" err="1"/>
              <a:t>random.choice</a:t>
            </a:r>
            <a:r>
              <a:rPr lang="en-US" sz="6401" dirty="0"/>
              <a:t>(words)</a:t>
            </a:r>
          </a:p>
          <a:p>
            <a:pPr marL="0" indent="0">
              <a:buNone/>
            </a:pPr>
            <a:r>
              <a:rPr lang="en-US" sz="6401" dirty="0" err="1"/>
              <a:t>guessed_letters</a:t>
            </a:r>
            <a:r>
              <a:rPr lang="en-US" sz="6401" dirty="0"/>
              <a:t> = []</a:t>
            </a:r>
          </a:p>
          <a:p>
            <a:pPr marL="0" indent="0">
              <a:buNone/>
            </a:pPr>
            <a:r>
              <a:rPr lang="en-US" sz="6401" dirty="0" err="1"/>
              <a:t>incorrect_guesses</a:t>
            </a:r>
            <a:r>
              <a:rPr lang="en-US" sz="6401" dirty="0"/>
              <a:t> = 0</a:t>
            </a:r>
          </a:p>
          <a:p>
            <a:pPr marL="0" indent="0">
              <a:buNone/>
            </a:pPr>
            <a:r>
              <a:rPr lang="en-US" sz="6401" dirty="0" err="1"/>
              <a:t>max_attempts</a:t>
            </a:r>
            <a:r>
              <a:rPr lang="en-US" sz="6401" dirty="0"/>
              <a:t> = 6</a:t>
            </a:r>
          </a:p>
          <a:p>
            <a:pPr marL="0" indent="0">
              <a:buNone/>
            </a:pPr>
            <a:endParaRPr lang="en-US" sz="6401" dirty="0"/>
          </a:p>
          <a:p>
            <a:pPr marL="0" indent="0">
              <a:buNone/>
            </a:pPr>
            <a:r>
              <a:rPr lang="en-US" sz="6401" dirty="0"/>
              <a:t>print("================================")</a:t>
            </a:r>
          </a:p>
          <a:p>
            <a:pPr marL="0" indent="0">
              <a:buNone/>
            </a:pPr>
            <a:r>
              <a:rPr lang="en-US" sz="6401" dirty="0"/>
              <a:t>print("         HANGMAN GAME")</a:t>
            </a:r>
          </a:p>
          <a:p>
            <a:pPr marL="0" indent="0">
              <a:buNone/>
            </a:pPr>
            <a:r>
              <a:rPr lang="en-US" sz="6401" dirty="0"/>
              <a:t>print("================================")</a:t>
            </a:r>
          </a:p>
          <a:p>
            <a:pPr marL="0" indent="0">
              <a:buNone/>
            </a:pPr>
            <a:endParaRPr lang="en-US" sz="6401" dirty="0"/>
          </a:p>
          <a:p>
            <a:pPr marL="0" indent="0">
              <a:buNone/>
            </a:pPr>
            <a:r>
              <a:rPr lang="en-US" sz="6401" dirty="0"/>
              <a:t>while </a:t>
            </a:r>
            <a:r>
              <a:rPr lang="en-US" sz="6401" dirty="0" err="1"/>
              <a:t>incorrect_guesses</a:t>
            </a:r>
            <a:r>
              <a:rPr lang="en-US" sz="6401" dirty="0"/>
              <a:t> &lt; </a:t>
            </a:r>
            <a:r>
              <a:rPr lang="en-US" sz="6401" dirty="0" err="1"/>
              <a:t>max_attempts</a:t>
            </a:r>
            <a:r>
              <a:rPr lang="en-US" sz="6401" dirty="0"/>
              <a:t>:</a:t>
            </a:r>
          </a:p>
          <a:p>
            <a:pPr marL="0" indent="0">
              <a:buNone/>
            </a:pPr>
            <a:endParaRPr lang="en-US" sz="6401" dirty="0"/>
          </a:p>
          <a:p>
            <a:pPr marL="0" indent="0">
              <a:buNone/>
            </a:pPr>
            <a:r>
              <a:rPr lang="en-US" sz="6401" dirty="0"/>
              <a:t>    </a:t>
            </a:r>
            <a:r>
              <a:rPr lang="en-US" sz="6401" dirty="0" err="1"/>
              <a:t>display_word</a:t>
            </a:r>
            <a:r>
              <a:rPr lang="en-US" sz="6401" dirty="0"/>
              <a:t> = ""</a:t>
            </a:r>
          </a:p>
          <a:p>
            <a:pPr marL="0" indent="0">
              <a:buNone/>
            </a:pPr>
            <a:endParaRPr lang="en-US" sz="6401" dirty="0"/>
          </a:p>
          <a:p>
            <a:pPr marL="0" indent="0">
              <a:buNone/>
            </a:pPr>
            <a:r>
              <a:rPr lang="en-US" sz="6401" dirty="0"/>
              <a:t>    for letter in word:</a:t>
            </a:r>
          </a:p>
          <a:p>
            <a:pPr marL="0" indent="0">
              <a:buNone/>
            </a:pPr>
            <a:r>
              <a:rPr lang="en-US" sz="6401" dirty="0"/>
              <a:t>        if letter in </a:t>
            </a:r>
            <a:r>
              <a:rPr lang="en-US" sz="6401" dirty="0" err="1"/>
              <a:t>guessed_letters</a:t>
            </a:r>
            <a:r>
              <a:rPr lang="en-US" sz="6401" dirty="0"/>
              <a:t>:</a:t>
            </a:r>
          </a:p>
          <a:p>
            <a:pPr marL="0" indent="0">
              <a:buNone/>
            </a:pPr>
            <a:r>
              <a:rPr lang="en-US" sz="6401" dirty="0"/>
              <a:t>            </a:t>
            </a:r>
            <a:r>
              <a:rPr lang="en-US" sz="6401" dirty="0" err="1"/>
              <a:t>display_word</a:t>
            </a:r>
            <a:r>
              <a:rPr lang="en-US" sz="6401" dirty="0"/>
              <a:t> += letter + " "</a:t>
            </a:r>
          </a:p>
          <a:p>
            <a:pPr marL="0" indent="0">
              <a:buNone/>
            </a:pPr>
            <a:r>
              <a:rPr lang="en-US" sz="6401" dirty="0"/>
              <a:t>        else:</a:t>
            </a:r>
          </a:p>
          <a:p>
            <a:pPr marL="0" indent="0">
              <a:buNone/>
            </a:pPr>
            <a:r>
              <a:rPr lang="en-US" sz="6401" dirty="0"/>
              <a:t>            </a:t>
            </a:r>
            <a:r>
              <a:rPr lang="en-US" sz="6401" dirty="0" err="1"/>
              <a:t>display_word</a:t>
            </a:r>
            <a:r>
              <a:rPr lang="en-US" sz="6401" dirty="0"/>
              <a:t> += "_ "</a:t>
            </a:r>
          </a:p>
          <a:p>
            <a:pPr marL="0" indent="0" algn="ctr">
              <a:buNone/>
            </a:pPr>
            <a:endParaRPr lang="en-US" sz="6401" dirty="0"/>
          </a:p>
          <a:p>
            <a:pPr marL="0" indent="0" algn="ctr">
              <a:buNone/>
            </a:pPr>
            <a:r>
              <a:rPr lang="en-US" sz="6401" dirty="0"/>
              <a:t>    </a:t>
            </a:r>
          </a:p>
        </p:txBody>
      </p:sp>
    </p:spTree>
    <p:extLst>
      <p:ext uri="{BB962C8B-B14F-4D97-AF65-F5344CB8AC3E}">
        <p14:creationId xmlns:p14="http://schemas.microsoft.com/office/powerpoint/2010/main" val="27320701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736FE-C6B5-1111-B3D5-9EAC91DCA774}"/>
              </a:ext>
            </a:extLst>
          </p:cNvPr>
          <p:cNvSpPr>
            <a:spLocks noGrp="1"/>
          </p:cNvSpPr>
          <p:nvPr>
            <p:ph type="title"/>
          </p:nvPr>
        </p:nvSpPr>
        <p:spPr>
          <a:xfrm>
            <a:off x="990015" y="167640"/>
            <a:ext cx="12420184" cy="9326880"/>
          </a:xfrm>
        </p:spPr>
        <p:txBody>
          <a:bodyPr>
            <a:normAutofit/>
          </a:bodyPr>
          <a:lstStyle/>
          <a:p>
            <a:r>
              <a:rPr lang="en-US" sz="1600" dirty="0"/>
              <a:t>print("\</a:t>
            </a:r>
            <a:r>
              <a:rPr lang="en-US" sz="1600" dirty="0" err="1"/>
              <a:t>nWord</a:t>
            </a:r>
            <a:r>
              <a:rPr lang="en-US" sz="1600" dirty="0"/>
              <a:t>:", </a:t>
            </a:r>
            <a:r>
              <a:rPr lang="en-US" sz="1600" dirty="0" err="1"/>
              <a:t>display_word</a:t>
            </a:r>
            <a:r>
              <a:rPr lang="en-US" sz="1600" dirty="0"/>
              <a:t>)</a:t>
            </a:r>
            <a:br>
              <a:rPr lang="en-US" sz="1600" dirty="0"/>
            </a:br>
            <a:r>
              <a:rPr lang="en-US" sz="1600" dirty="0"/>
              <a:t>    print(</a:t>
            </a:r>
            <a:r>
              <a:rPr lang="en-US" sz="1600" dirty="0" err="1"/>
              <a:t>f"Remaining</a:t>
            </a:r>
            <a:r>
              <a:rPr lang="en-US" sz="1600" dirty="0"/>
              <a:t> Attempts: {</a:t>
            </a:r>
            <a:r>
              <a:rPr lang="en-US" sz="1600" dirty="0" err="1"/>
              <a:t>max_attempts</a:t>
            </a:r>
            <a:r>
              <a:rPr lang="en-US" sz="1600" dirty="0"/>
              <a:t> - </a:t>
            </a:r>
            <a:r>
              <a:rPr lang="en-US" sz="1600" dirty="0" err="1"/>
              <a:t>incorrect_guesses</a:t>
            </a:r>
            <a:r>
              <a:rPr lang="en-US" sz="1600" dirty="0"/>
              <a:t>}")</a:t>
            </a:r>
            <a:br>
              <a:rPr lang="en-US" sz="1600" dirty="0"/>
            </a:br>
            <a:br>
              <a:rPr lang="en-US" sz="1600" dirty="0"/>
            </a:br>
            <a:r>
              <a:rPr lang="en-US" sz="1600" dirty="0"/>
              <a:t>    guess = input("Enter a letter: ").lower()</a:t>
            </a:r>
            <a:br>
              <a:rPr lang="en-US" sz="1600" dirty="0"/>
            </a:br>
            <a:br>
              <a:rPr lang="en-US" sz="1600" dirty="0"/>
            </a:br>
            <a:r>
              <a:rPr lang="en-US" sz="1600" dirty="0"/>
              <a:t>    if </a:t>
            </a:r>
            <a:r>
              <a:rPr lang="en-US" sz="1600" dirty="0" err="1"/>
              <a:t>len</a:t>
            </a:r>
            <a:r>
              <a:rPr lang="en-US" sz="1600" dirty="0"/>
              <a:t>(guess) != 1 or not </a:t>
            </a:r>
            <a:r>
              <a:rPr lang="en-US" sz="1600" dirty="0" err="1"/>
              <a:t>guess.isalpha</a:t>
            </a:r>
            <a:r>
              <a:rPr lang="en-US" sz="1600" dirty="0"/>
              <a:t>():</a:t>
            </a:r>
            <a:br>
              <a:rPr lang="en-US" sz="1600" dirty="0"/>
            </a:br>
            <a:r>
              <a:rPr lang="en-US" sz="1600" dirty="0"/>
              <a:t>        print("Please enter only one alphabet!")</a:t>
            </a:r>
            <a:br>
              <a:rPr lang="en-US" sz="1600" dirty="0"/>
            </a:br>
            <a:r>
              <a:rPr lang="en-US" sz="1600" dirty="0"/>
              <a:t>        continue</a:t>
            </a:r>
            <a:br>
              <a:rPr lang="en-US" sz="1600" dirty="0"/>
            </a:br>
            <a:br>
              <a:rPr lang="en-US" sz="1600" dirty="0"/>
            </a:br>
            <a:r>
              <a:rPr lang="en-US" sz="1600" dirty="0"/>
              <a:t>    if guess in </a:t>
            </a:r>
            <a:r>
              <a:rPr lang="en-US" sz="1600" dirty="0" err="1"/>
              <a:t>guessed_letters</a:t>
            </a:r>
            <a:r>
              <a:rPr lang="en-US" sz="1600" dirty="0"/>
              <a:t>:</a:t>
            </a:r>
            <a:br>
              <a:rPr lang="en-US" sz="1600" dirty="0"/>
            </a:br>
            <a:r>
              <a:rPr lang="en-US" sz="1600" dirty="0"/>
              <a:t>        print("You already guessed that letter!")</a:t>
            </a:r>
            <a:br>
              <a:rPr lang="en-US" sz="1600" dirty="0"/>
            </a:br>
            <a:r>
              <a:rPr lang="en-US" sz="1600" dirty="0"/>
              <a:t>        continue</a:t>
            </a:r>
            <a:br>
              <a:rPr lang="en-US" sz="1600" dirty="0"/>
            </a:br>
            <a:br>
              <a:rPr lang="en-US" sz="1600" dirty="0"/>
            </a:br>
            <a:r>
              <a:rPr lang="en-US" sz="1600" dirty="0"/>
              <a:t>    </a:t>
            </a:r>
            <a:r>
              <a:rPr lang="en-US" sz="1600" dirty="0" err="1"/>
              <a:t>guessed_letters.append</a:t>
            </a:r>
            <a:r>
              <a:rPr lang="en-US" sz="1600" dirty="0"/>
              <a:t>(guess)</a:t>
            </a:r>
            <a:br>
              <a:rPr lang="en-US" sz="1600" dirty="0"/>
            </a:br>
            <a:br>
              <a:rPr lang="en-US" sz="1600" dirty="0"/>
            </a:br>
            <a:r>
              <a:rPr lang="en-US" sz="1600" dirty="0"/>
              <a:t>    if guess in word:</a:t>
            </a:r>
            <a:br>
              <a:rPr lang="en-US" sz="1600" dirty="0"/>
            </a:br>
            <a:r>
              <a:rPr lang="en-US" sz="1600" dirty="0"/>
              <a:t>        print("Correct Guess!")</a:t>
            </a:r>
            <a:br>
              <a:rPr lang="en-US" sz="1600" dirty="0"/>
            </a:br>
            <a:r>
              <a:rPr lang="en-US" sz="1600" dirty="0"/>
              <a:t>    else:</a:t>
            </a:r>
            <a:br>
              <a:rPr lang="en-US" sz="1600" dirty="0"/>
            </a:br>
            <a:r>
              <a:rPr lang="en-US" sz="1600" dirty="0"/>
              <a:t>        </a:t>
            </a:r>
            <a:r>
              <a:rPr lang="en-US" sz="1600" dirty="0" err="1"/>
              <a:t>incorrect_guesses</a:t>
            </a:r>
            <a:r>
              <a:rPr lang="en-US" sz="1600" dirty="0"/>
              <a:t> += 1</a:t>
            </a:r>
            <a:br>
              <a:rPr lang="en-US" sz="1600" dirty="0"/>
            </a:br>
            <a:r>
              <a:rPr lang="en-US" sz="1600" dirty="0"/>
              <a:t>        print("Wrong Guess!")</a:t>
            </a:r>
            <a:br>
              <a:rPr lang="en-US" sz="1600" dirty="0"/>
            </a:br>
            <a:br>
              <a:rPr lang="en-US" sz="1600" dirty="0"/>
            </a:br>
            <a:r>
              <a:rPr lang="en-US" sz="1600" dirty="0"/>
              <a:t>    </a:t>
            </a:r>
            <a:r>
              <a:rPr lang="en-US" sz="1600" dirty="0" err="1"/>
              <a:t>word_completed</a:t>
            </a:r>
            <a:r>
              <a:rPr lang="en-US" sz="1600" dirty="0"/>
              <a:t> = True</a:t>
            </a:r>
            <a:br>
              <a:rPr lang="en-US" sz="1600" dirty="0"/>
            </a:br>
            <a:br>
              <a:rPr lang="en-US" sz="1600" dirty="0"/>
            </a:br>
            <a:r>
              <a:rPr lang="en-US" sz="1600" dirty="0"/>
              <a:t>    for letter in word:</a:t>
            </a:r>
            <a:br>
              <a:rPr lang="en-US" sz="1600" dirty="0"/>
            </a:br>
            <a:r>
              <a:rPr lang="en-US" sz="1600" dirty="0"/>
              <a:t>        if letter not in </a:t>
            </a:r>
            <a:r>
              <a:rPr lang="en-US" sz="1600" dirty="0" err="1"/>
              <a:t>guessed_letters</a:t>
            </a:r>
            <a:r>
              <a:rPr lang="en-US" sz="1600" dirty="0"/>
              <a:t>:</a:t>
            </a:r>
            <a:br>
              <a:rPr lang="en-US" sz="1600" dirty="0"/>
            </a:br>
            <a:r>
              <a:rPr lang="en-US" sz="1600" dirty="0"/>
              <a:t>            </a:t>
            </a:r>
            <a:r>
              <a:rPr lang="en-US" sz="1600" dirty="0" err="1"/>
              <a:t>word_completed</a:t>
            </a:r>
            <a:r>
              <a:rPr lang="en-US" sz="1600" dirty="0"/>
              <a:t> = False</a:t>
            </a:r>
            <a:br>
              <a:rPr lang="en-US" sz="1600" dirty="0"/>
            </a:br>
            <a:r>
              <a:rPr lang="en-US" sz="1600" dirty="0"/>
              <a:t>            break</a:t>
            </a:r>
            <a:br>
              <a:rPr lang="en-US" sz="1600" dirty="0"/>
            </a:br>
            <a:br>
              <a:rPr lang="en-US" sz="1600" dirty="0"/>
            </a:br>
            <a:r>
              <a:rPr lang="en-US" sz="1600" dirty="0"/>
              <a:t>    if </a:t>
            </a:r>
            <a:r>
              <a:rPr lang="en-US" sz="1600" dirty="0" err="1"/>
              <a:t>word_completed</a:t>
            </a:r>
            <a:r>
              <a:rPr lang="en-US" sz="1600" dirty="0"/>
              <a:t>:</a:t>
            </a:r>
            <a:br>
              <a:rPr lang="en-US" sz="1600" dirty="0"/>
            </a:br>
            <a:r>
              <a:rPr lang="en-US" sz="1600" dirty="0"/>
              <a:t>        print("\</a:t>
            </a:r>
            <a:r>
              <a:rPr lang="en-US" sz="1600" dirty="0" err="1"/>
              <a:t>nCongratulations</a:t>
            </a:r>
            <a:r>
              <a:rPr lang="en-US" sz="1600" dirty="0"/>
              <a:t>! You guessed the word:", word)</a:t>
            </a:r>
            <a:br>
              <a:rPr lang="en-US" sz="1600" dirty="0"/>
            </a:br>
            <a:r>
              <a:rPr lang="en-US" sz="1600" dirty="0"/>
              <a:t>        break</a:t>
            </a:r>
            <a:br>
              <a:rPr lang="en-US" sz="1600" dirty="0"/>
            </a:br>
            <a:br>
              <a:rPr lang="en-US" sz="1600" dirty="0"/>
            </a:br>
            <a:r>
              <a:rPr lang="en-US" sz="1600" dirty="0"/>
              <a:t>else:</a:t>
            </a:r>
            <a:br>
              <a:rPr lang="en-US" sz="1600" dirty="0"/>
            </a:br>
            <a:r>
              <a:rPr lang="en-US" sz="1600" dirty="0"/>
              <a:t>    print("\</a:t>
            </a:r>
            <a:r>
              <a:rPr lang="en-US" sz="1600" dirty="0" err="1"/>
              <a:t>nGame</a:t>
            </a:r>
            <a:r>
              <a:rPr lang="en-US" sz="1600" dirty="0"/>
              <a:t> Over!")</a:t>
            </a:r>
            <a:br>
              <a:rPr lang="en-US" sz="1600" dirty="0"/>
            </a:br>
            <a:r>
              <a:rPr lang="en-US" sz="1600" dirty="0"/>
              <a:t>    print("The word was:", word)</a:t>
            </a:r>
            <a:endParaRPr lang="en-IN" sz="1600" dirty="0"/>
          </a:p>
        </p:txBody>
      </p:sp>
      <p:sp>
        <p:nvSpPr>
          <p:cNvPr id="3" name="Content Placeholder 2">
            <a:extLst>
              <a:ext uri="{FF2B5EF4-FFF2-40B4-BE49-F238E27FC236}">
                <a16:creationId xmlns:a16="http://schemas.microsoft.com/office/drawing/2014/main" id="{171FFCCB-9E33-9440-DE55-10A20FFDF9D9}"/>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4361629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C2A2B-43D1-1851-F07D-B55D21C84365}"/>
              </a:ext>
            </a:extLst>
          </p:cNvPr>
          <p:cNvSpPr>
            <a:spLocks noGrp="1"/>
          </p:cNvSpPr>
          <p:nvPr>
            <p:ph type="title"/>
          </p:nvPr>
        </p:nvSpPr>
        <p:spPr>
          <a:xfrm>
            <a:off x="990014" y="624840"/>
            <a:ext cx="12420184" cy="8260080"/>
          </a:xfrm>
        </p:spPr>
        <p:txBody>
          <a:bodyPr>
            <a:normAutofit fontScale="90000"/>
          </a:bodyPr>
          <a:lstStyle/>
          <a:p>
            <a:r>
              <a:rPr lang="en-US" b="1" u="sng" dirty="0"/>
              <a:t>SAMPLE OUTPUT</a:t>
            </a:r>
            <a:br>
              <a:rPr lang="en-US" sz="4000" b="1" dirty="0"/>
            </a:br>
            <a:r>
              <a:rPr lang="en-US" sz="1800" dirty="0"/>
              <a:t>================================</a:t>
            </a:r>
            <a:br>
              <a:rPr lang="en-US" sz="1800" dirty="0"/>
            </a:br>
            <a:r>
              <a:rPr lang="en-US" sz="1800" dirty="0"/>
              <a:t>         HANGMAN GAME</a:t>
            </a:r>
            <a:br>
              <a:rPr lang="en-US" sz="1800" dirty="0"/>
            </a:br>
            <a:r>
              <a:rPr lang="en-US" sz="1800" dirty="0"/>
              <a:t>================================</a:t>
            </a:r>
            <a:br>
              <a:rPr lang="en-US" sz="1800" dirty="0"/>
            </a:br>
            <a:br>
              <a:rPr lang="en-US" sz="1800" dirty="0"/>
            </a:br>
            <a:r>
              <a:rPr lang="en-US" sz="1800" dirty="0"/>
              <a:t>Word: _ _ _ _ _ _</a:t>
            </a:r>
            <a:br>
              <a:rPr lang="en-US" sz="1800" dirty="0"/>
            </a:br>
            <a:r>
              <a:rPr lang="en-US" sz="1800" dirty="0"/>
              <a:t>Remaining Attempts: 6</a:t>
            </a:r>
            <a:br>
              <a:rPr lang="en-US" sz="1800" dirty="0"/>
            </a:br>
            <a:r>
              <a:rPr lang="en-US" sz="1800" dirty="0"/>
              <a:t>Enter a letter: p</a:t>
            </a:r>
            <a:br>
              <a:rPr lang="en-US" sz="1800" dirty="0"/>
            </a:br>
            <a:br>
              <a:rPr lang="en-US" sz="1800" dirty="0"/>
            </a:br>
            <a:r>
              <a:rPr lang="en-US" sz="1800" dirty="0"/>
              <a:t>Correct Guess!</a:t>
            </a:r>
            <a:br>
              <a:rPr lang="en-US" sz="1800" dirty="0"/>
            </a:br>
            <a:br>
              <a:rPr lang="en-US" sz="1800" dirty="0"/>
            </a:br>
            <a:r>
              <a:rPr lang="en-US" sz="1800" dirty="0"/>
              <a:t>Word: p _ _ _ _ _</a:t>
            </a:r>
            <a:br>
              <a:rPr lang="en-US" sz="1800" dirty="0"/>
            </a:br>
            <a:r>
              <a:rPr lang="en-US" sz="1800" dirty="0"/>
              <a:t>Remaining Attempts: 6</a:t>
            </a:r>
            <a:br>
              <a:rPr lang="en-US" sz="1800" dirty="0"/>
            </a:br>
            <a:r>
              <a:rPr lang="en-US" sz="1800" dirty="0"/>
              <a:t>Enter a letter: y</a:t>
            </a:r>
            <a:br>
              <a:rPr lang="en-US" sz="1800" dirty="0"/>
            </a:br>
            <a:br>
              <a:rPr lang="en-US" sz="1800" dirty="0"/>
            </a:br>
            <a:r>
              <a:rPr lang="en-US" sz="1800" dirty="0"/>
              <a:t>Correct Guess!</a:t>
            </a:r>
            <a:br>
              <a:rPr lang="en-US" sz="1800" dirty="0"/>
            </a:br>
            <a:br>
              <a:rPr lang="en-US" sz="1800" dirty="0"/>
            </a:br>
            <a:r>
              <a:rPr lang="en-US" sz="1800" dirty="0"/>
              <a:t>Word: p y _ _ _ _</a:t>
            </a:r>
            <a:br>
              <a:rPr lang="en-US" sz="1800" dirty="0"/>
            </a:br>
            <a:r>
              <a:rPr lang="en-US" sz="1800" dirty="0"/>
              <a:t>Remaining Attempts: 6</a:t>
            </a:r>
            <a:br>
              <a:rPr lang="en-US" sz="1800" dirty="0"/>
            </a:br>
            <a:r>
              <a:rPr lang="en-US" sz="1800" dirty="0"/>
              <a:t>Enter a letter: t</a:t>
            </a:r>
            <a:br>
              <a:rPr lang="en-US" sz="1800" dirty="0"/>
            </a:br>
            <a:br>
              <a:rPr lang="en-US" sz="1800" dirty="0"/>
            </a:br>
            <a:r>
              <a:rPr lang="en-US" sz="1800" dirty="0"/>
              <a:t>Correct Guess!</a:t>
            </a:r>
            <a:br>
              <a:rPr lang="en-US" sz="1800" dirty="0"/>
            </a:br>
            <a:br>
              <a:rPr lang="en-US" sz="1800" dirty="0"/>
            </a:br>
            <a:r>
              <a:rPr lang="en-US" sz="1800" dirty="0"/>
              <a:t>Word: p y t _ _ _</a:t>
            </a:r>
            <a:br>
              <a:rPr lang="en-US" sz="1800" dirty="0"/>
            </a:br>
            <a:r>
              <a:rPr lang="en-US" sz="1800" dirty="0"/>
              <a:t>Remaining Attempts: 6</a:t>
            </a:r>
            <a:br>
              <a:rPr lang="en-US" sz="1800" dirty="0"/>
            </a:br>
            <a:r>
              <a:rPr lang="en-US" sz="1800" dirty="0"/>
              <a:t>Enter a letter: h</a:t>
            </a:r>
            <a:br>
              <a:rPr lang="en-US" sz="1800" dirty="0"/>
            </a:br>
            <a:br>
              <a:rPr lang="en-US" sz="1800" dirty="0"/>
            </a:br>
            <a:r>
              <a:rPr lang="en-US" sz="1800" dirty="0"/>
              <a:t>Correct Guess!</a:t>
            </a:r>
            <a:br>
              <a:rPr lang="en-US" sz="1800" dirty="0"/>
            </a:br>
            <a:br>
              <a:rPr lang="en-US" sz="1800" dirty="0"/>
            </a:br>
            <a:r>
              <a:rPr lang="en-US" sz="1800" dirty="0"/>
              <a:t>Word: p y t h _ _</a:t>
            </a:r>
            <a:br>
              <a:rPr lang="en-US" sz="1800" dirty="0"/>
            </a:br>
            <a:r>
              <a:rPr lang="en-US" sz="1800" dirty="0"/>
              <a:t>Remaining Attempts: 6</a:t>
            </a:r>
            <a:br>
              <a:rPr lang="en-US" sz="1800" dirty="0"/>
            </a:br>
            <a:r>
              <a:rPr lang="en-US" sz="1800" dirty="0"/>
              <a:t>Enter a letter: o</a:t>
            </a:r>
            <a:br>
              <a:rPr lang="en-US" sz="1800" dirty="0"/>
            </a:br>
            <a:br>
              <a:rPr lang="en-US" sz="1800" dirty="0"/>
            </a:br>
            <a:r>
              <a:rPr lang="en-US" sz="1800" dirty="0"/>
              <a:t>Correct Guess!</a:t>
            </a:r>
            <a:br>
              <a:rPr lang="en-US" sz="1800" dirty="0"/>
            </a:br>
            <a:br>
              <a:rPr lang="en-US" sz="1800" dirty="0"/>
            </a:br>
            <a:endParaRPr lang="en-IN" sz="1800" dirty="0"/>
          </a:p>
        </p:txBody>
      </p:sp>
      <p:sp>
        <p:nvSpPr>
          <p:cNvPr id="3" name="Content Placeholder 2">
            <a:extLst>
              <a:ext uri="{FF2B5EF4-FFF2-40B4-BE49-F238E27FC236}">
                <a16:creationId xmlns:a16="http://schemas.microsoft.com/office/drawing/2014/main" id="{08533F58-D601-EE88-F014-03DE3D9E6E29}"/>
              </a:ext>
            </a:extLst>
          </p:cNvPr>
          <p:cNvSpPr>
            <a:spLocks noGrp="1"/>
          </p:cNvSpPr>
          <p:nvPr>
            <p:ph idx="1"/>
          </p:nvPr>
        </p:nvSpPr>
        <p:spPr/>
        <p:txBody>
          <a:bodyPr>
            <a:normAutofit/>
          </a:bodyPr>
          <a:lstStyle/>
          <a:p>
            <a:pPr marL="0" indent="0">
              <a:buNone/>
            </a:pPr>
            <a:endParaRPr lang="en-IN" sz="1600" dirty="0"/>
          </a:p>
        </p:txBody>
      </p:sp>
    </p:spTree>
    <p:extLst>
      <p:ext uri="{BB962C8B-B14F-4D97-AF65-F5344CB8AC3E}">
        <p14:creationId xmlns:p14="http://schemas.microsoft.com/office/powerpoint/2010/main" val="27780787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CAF94-4202-2CE8-4A22-9B70CC4B4512}"/>
              </a:ext>
            </a:extLst>
          </p:cNvPr>
          <p:cNvSpPr>
            <a:spLocks noGrp="1"/>
          </p:cNvSpPr>
          <p:nvPr>
            <p:ph type="title"/>
          </p:nvPr>
        </p:nvSpPr>
        <p:spPr/>
        <p:txBody>
          <a:bodyPr>
            <a:normAutofit/>
          </a:bodyPr>
          <a:lstStyle/>
          <a:p>
            <a:r>
              <a:rPr lang="en-US" sz="1600" dirty="0"/>
              <a:t>Word: p y t h o _</a:t>
            </a:r>
            <a:br>
              <a:rPr lang="en-US" sz="1600" dirty="0"/>
            </a:br>
            <a:r>
              <a:rPr lang="en-US" sz="1600" dirty="0"/>
              <a:t>Remaining Attempts: 6</a:t>
            </a:r>
            <a:br>
              <a:rPr lang="en-US" sz="1600" dirty="0"/>
            </a:br>
            <a:r>
              <a:rPr lang="en-US" sz="1600" dirty="0"/>
              <a:t>Enter a letter: n</a:t>
            </a:r>
            <a:br>
              <a:rPr lang="en-US" sz="1600" dirty="0"/>
            </a:br>
            <a:br>
              <a:rPr lang="en-US" sz="1600" dirty="0"/>
            </a:br>
            <a:r>
              <a:rPr lang="en-US" sz="1600" dirty="0"/>
              <a:t>Correct Guess!</a:t>
            </a:r>
            <a:br>
              <a:rPr lang="en-US" sz="1600" dirty="0"/>
            </a:br>
            <a:br>
              <a:rPr lang="en-US" sz="1600" dirty="0"/>
            </a:br>
            <a:r>
              <a:rPr lang="en-US" sz="1600" dirty="0"/>
              <a:t>Congratulations! You guessed the word: python</a:t>
            </a:r>
            <a:endParaRPr lang="en-IN" sz="1600" dirty="0"/>
          </a:p>
        </p:txBody>
      </p:sp>
      <p:sp>
        <p:nvSpPr>
          <p:cNvPr id="3" name="Content Placeholder 2">
            <a:extLst>
              <a:ext uri="{FF2B5EF4-FFF2-40B4-BE49-F238E27FC236}">
                <a16:creationId xmlns:a16="http://schemas.microsoft.com/office/drawing/2014/main" id="{35B058ED-BBB5-73EA-427E-F005AE319837}"/>
              </a:ext>
            </a:extLst>
          </p:cNvPr>
          <p:cNvSpPr>
            <a:spLocks noGrp="1"/>
          </p:cNvSpPr>
          <p:nvPr>
            <p:ph idx="1"/>
          </p:nvPr>
        </p:nvSpPr>
        <p:spPr/>
        <p:txBody>
          <a:bodyPr>
            <a:normAutofit/>
          </a:bodyPr>
          <a:lstStyle/>
          <a:p>
            <a:pPr marL="0" indent="0">
              <a:buNone/>
            </a:pPr>
            <a:r>
              <a:rPr lang="en-US" sz="4000" b="1" u="sng" dirty="0"/>
              <a:t>CONCLUSION</a:t>
            </a:r>
          </a:p>
          <a:p>
            <a:pPr marL="0" indent="0">
              <a:buNone/>
            </a:pPr>
            <a:r>
              <a:rPr lang="en-US" sz="1600" dirty="0"/>
              <a:t>Conclusion: The Hangman Game was successfully developed using Python programming language. This project helped in understanding and implementing core programming concepts such as loops, conditional statements, lists, string manipulation, input validation, and the Random module. The game provides an interactive user experience and demonstrates the practical application of Python in developing simple console-based games.</a:t>
            </a:r>
            <a:endParaRPr lang="en-IN" sz="1600" dirty="0"/>
          </a:p>
        </p:txBody>
      </p:sp>
    </p:spTree>
    <p:extLst>
      <p:ext uri="{BB962C8B-B14F-4D97-AF65-F5344CB8AC3E}">
        <p14:creationId xmlns:p14="http://schemas.microsoft.com/office/powerpoint/2010/main" val="203778507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126</TotalTime>
  <Words>1086</Words>
  <Application>Microsoft Office PowerPoint</Application>
  <PresentationFormat>Custom</PresentationFormat>
  <Paragraphs>58</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CODEALPHA INTERNSHIP PROJECT REPORT</vt:lpstr>
      <vt:lpstr>PROJECT  TITLE  Hangman Game Using Python  </vt:lpstr>
      <vt:lpstr>SOFTWARE REQUIREMENT  ~python  visual studio code (VS Code)</vt:lpstr>
      <vt:lpstr>ALGORITHM 1.Start the program.  2.Import the Random module.  3.Create a list of predefined words.  4.Randomly select a word from the list.  5.Initialize an empty list for guessed letters.  6.Set the maximum number of attempts and initialize incorrect guesses to zero.  7.Display the game title.  8.Display the word using underscores for unguessed letters.  9.Ask the user to enter a letter.  10.Validate the user input.  11.Check whether the guessed letter is present in the word.  12.If the guess is correct, add it to the guessed letters list.  13.If the guess is incorrect, increase the incorrect guess counter.  14.Check if all letters of the word have been guessed.  15.If the word is completed, display a winning message and end the game.  16.If the maximum attempts are reached, display a game over message and reveal the word.  17.Otherwise, repeat steps 8–16.  18.Stop the program.</vt:lpstr>
      <vt:lpstr>SOURCE CODE</vt:lpstr>
      <vt:lpstr>print("\nWord:", display_word)     print(f"Remaining Attempts: {max_attempts - incorrect_guesses}")      guess = input("Enter a letter: ").lower()      if len(guess) != 1 or not guess.isalpha():         print("Please enter only one alphabet!")         continue      if guess in guessed_letters:         print("You already guessed that letter!")         continue      guessed_letters.append(guess)      if guess in word:         print("Correct Guess!")     else:         incorrect_guesses += 1         print("Wrong Guess!")      word_completed = True      for letter in word:         if letter not in guessed_letters:             word_completed = False             break      if word_completed:         print("\nCongratulations! You guessed the word:", word)         break  else:     print("\nGame Over!")     print("The word was:", word)</vt:lpstr>
      <vt:lpstr>SAMPLE OUTPUT ================================          HANGMAN GAME ================================  Word: _ _ _ _ _ _ Remaining Attempts: 6 Enter a letter: p  Correct Guess!  Word: p _ _ _ _ _ Remaining Attempts: 6 Enter a letter: y  Correct Guess!  Word: p y _ _ _ _ Remaining Attempts: 6 Enter a letter: t  Correct Guess!  Word: p y t _ _ _ Remaining Attempts: 6 Enter a letter: h  Correct Guess!  Word: p y t h _ _ Remaining Attempts: 6 Enter a letter: o  Correct Guess!  </vt:lpstr>
      <vt:lpstr>Word: p y t h o _ Remaining Attempts: 6 Enter a letter: n  Correct Guess!  Congratulations! You guessed the word: python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Himanshu Rastogi</dc:creator>
  <cp:lastModifiedBy>Himanshu Rastogi</cp:lastModifiedBy>
  <cp:revision>4</cp:revision>
  <dcterms:created xsi:type="dcterms:W3CDTF">2026-06-12T06:59:02Z</dcterms:created>
  <dcterms:modified xsi:type="dcterms:W3CDTF">2026-06-12T14:30:09Z</dcterms:modified>
</cp:coreProperties>
</file>